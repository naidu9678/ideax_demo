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3"/>
  </p:notesMasterIdLst>
  <p:sldIdLst>
    <p:sldId id="258" r:id="rId2"/>
    <p:sldId id="304" r:id="rId3"/>
    <p:sldId id="305" r:id="rId4"/>
    <p:sldId id="307" r:id="rId5"/>
    <p:sldId id="309" r:id="rId6"/>
    <p:sldId id="306" r:id="rId7"/>
    <p:sldId id="291" r:id="rId8"/>
    <p:sldId id="313" r:id="rId9"/>
    <p:sldId id="303" r:id="rId10"/>
    <p:sldId id="308" r:id="rId11"/>
    <p:sldId id="310" r:id="rId12"/>
  </p:sldIdLst>
  <p:sldSz cx="12192000" cy="6858000"/>
  <p:notesSz cx="6858000" cy="9144000"/>
  <p:embeddedFontLst>
    <p:embeddedFont>
      <p:font typeface="Gill Sans MT" panose="020B0502020104020203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2" roundtripDataSignature="AMtx7mi9HCfsQKIZg5+CQteSv8/SY228Pw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C65201-10CE-4B3C-1CD4-401DA3D9B27E}" name="Pranay Rajput" initials="PR" userId="S::pranay.rajput@nashtechglobal.com::df5fad4a-434b-48e2-8666-9f5ce3753e05" providerId="AD"/>
  <p188:author id="{54233507-C0E3-A6C5-844A-0E9B7030451E}" name="Aayush Srivastava" initials="AS" userId="S::aayush.srivastava@nashtechglobal.com::518020a2-a463-4921-a8d4-9d60512cef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4" autoAdjust="0"/>
    <p:restoredTop sz="94719"/>
  </p:normalViewPr>
  <p:slideViewPr>
    <p:cSldViewPr snapToGrid="0">
      <p:cViewPr varScale="1">
        <p:scale>
          <a:sx n="87" d="100"/>
          <a:sy n="87" d="100"/>
        </p:scale>
        <p:origin x="30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42" Type="http://customschemas.google.com/relationships/presentationmetadata" Target="metadata"/><Relationship Id="rId47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43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832359-A48E-44AA-963D-1C51024845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3C12D00-7158-4DA1-A75C-B0C6BCA897A0}">
      <dgm:prSet/>
      <dgm:spPr/>
      <dgm:t>
        <a:bodyPr/>
        <a:lstStyle/>
        <a:p>
          <a:r>
            <a:rPr lang="en-GB" dirty="0"/>
            <a:t>The ELIOTGPT Smart AI Chatbot can bridge significant gaps which are currently there (functional and PROD support for the financial apps).</a:t>
          </a:r>
          <a:endParaRPr lang="en-US" dirty="0"/>
        </a:p>
      </dgm:t>
    </dgm:pt>
    <dgm:pt modelId="{61CBBC4B-2FED-40FD-851C-8414F59CB821}" type="parTrans" cxnId="{426CE490-5A0E-4C62-8FA7-4C1394EA9147}">
      <dgm:prSet/>
      <dgm:spPr/>
      <dgm:t>
        <a:bodyPr/>
        <a:lstStyle/>
        <a:p>
          <a:endParaRPr lang="en-US"/>
        </a:p>
      </dgm:t>
    </dgm:pt>
    <dgm:pt modelId="{664EBBFB-01B9-4726-9A95-80304BB49EBD}" type="sibTrans" cxnId="{426CE490-5A0E-4C62-8FA7-4C1394EA9147}">
      <dgm:prSet/>
      <dgm:spPr/>
      <dgm:t>
        <a:bodyPr/>
        <a:lstStyle/>
        <a:p>
          <a:endParaRPr lang="en-US"/>
        </a:p>
      </dgm:t>
    </dgm:pt>
    <dgm:pt modelId="{2E640635-D21F-4CB2-885F-F930393CD7A7}">
      <dgm:prSet/>
      <dgm:spPr/>
      <dgm:t>
        <a:bodyPr/>
        <a:lstStyle/>
        <a:p>
          <a:r>
            <a:rPr lang="en-IN" dirty="0"/>
            <a:t>Real-Time Functional/PROD Support</a:t>
          </a:r>
          <a:endParaRPr lang="en-US" dirty="0"/>
        </a:p>
      </dgm:t>
    </dgm:pt>
    <dgm:pt modelId="{A8600B5C-CA8C-4A3E-8002-43B4E9423350}" type="parTrans" cxnId="{2EEA52E0-B0A3-4934-8846-E38EF46F66C7}">
      <dgm:prSet/>
      <dgm:spPr/>
      <dgm:t>
        <a:bodyPr/>
        <a:lstStyle/>
        <a:p>
          <a:endParaRPr lang="en-US"/>
        </a:p>
      </dgm:t>
    </dgm:pt>
    <dgm:pt modelId="{3E25D424-2762-4E10-910A-0A674BB20733}" type="sibTrans" cxnId="{2EEA52E0-B0A3-4934-8846-E38EF46F66C7}">
      <dgm:prSet/>
      <dgm:spPr/>
      <dgm:t>
        <a:bodyPr/>
        <a:lstStyle/>
        <a:p>
          <a:endParaRPr lang="en-US"/>
        </a:p>
      </dgm:t>
    </dgm:pt>
    <dgm:pt modelId="{1DAD8772-0E98-4C04-BEB5-3E8E78B60F3E}">
      <dgm:prSet/>
      <dgm:spPr/>
      <dgm:t>
        <a:bodyPr/>
        <a:lstStyle/>
        <a:p>
          <a:r>
            <a:rPr lang="en-IN" dirty="0"/>
            <a:t>Streamlined Functional/PROD Support Queries</a:t>
          </a:r>
          <a:endParaRPr lang="en-US" dirty="0"/>
        </a:p>
      </dgm:t>
    </dgm:pt>
    <dgm:pt modelId="{B9090595-427D-4F10-A127-E75CD197ECB9}" type="parTrans" cxnId="{D215B0D8-1F10-41B4-A184-0566FD02C67A}">
      <dgm:prSet/>
      <dgm:spPr/>
      <dgm:t>
        <a:bodyPr/>
        <a:lstStyle/>
        <a:p>
          <a:endParaRPr lang="en-US"/>
        </a:p>
      </dgm:t>
    </dgm:pt>
    <dgm:pt modelId="{ACF2A92C-4E93-49E0-81BC-AC5A0F52E697}" type="sibTrans" cxnId="{D215B0D8-1F10-41B4-A184-0566FD02C67A}">
      <dgm:prSet/>
      <dgm:spPr/>
      <dgm:t>
        <a:bodyPr/>
        <a:lstStyle/>
        <a:p>
          <a:endParaRPr lang="en-US"/>
        </a:p>
      </dgm:t>
    </dgm:pt>
    <dgm:pt modelId="{56629D6C-2CF9-41CF-B8D8-C139B1DFE61B}" type="pres">
      <dgm:prSet presAssocID="{85832359-A48E-44AA-963D-1C510248455B}" presName="root" presStyleCnt="0">
        <dgm:presLayoutVars>
          <dgm:dir/>
          <dgm:resizeHandles val="exact"/>
        </dgm:presLayoutVars>
      </dgm:prSet>
      <dgm:spPr/>
    </dgm:pt>
    <dgm:pt modelId="{FCBECE84-7AF9-4221-9086-7ACBAA1B089E}" type="pres">
      <dgm:prSet presAssocID="{33C12D00-7158-4DA1-A75C-B0C6BCA897A0}" presName="compNode" presStyleCnt="0"/>
      <dgm:spPr/>
    </dgm:pt>
    <dgm:pt modelId="{BAEAE02C-5EC1-4107-8AED-017D109140D7}" type="pres">
      <dgm:prSet presAssocID="{33C12D00-7158-4DA1-A75C-B0C6BCA897A0}" presName="bgRect" presStyleLbl="bgShp" presStyleIdx="0" presStyleCnt="3"/>
      <dgm:spPr/>
    </dgm:pt>
    <dgm:pt modelId="{2CBD30C0-ACA6-4D9F-AF5A-F0064BF43DD1}" type="pres">
      <dgm:prSet presAssocID="{33C12D00-7158-4DA1-A75C-B0C6BCA897A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AD097A4-5B92-4164-8B7B-03375F6FAF3D}" type="pres">
      <dgm:prSet presAssocID="{33C12D00-7158-4DA1-A75C-B0C6BCA897A0}" presName="spaceRect" presStyleCnt="0"/>
      <dgm:spPr/>
    </dgm:pt>
    <dgm:pt modelId="{6E2535B3-713E-4572-8906-9455B2E502D6}" type="pres">
      <dgm:prSet presAssocID="{33C12D00-7158-4DA1-A75C-B0C6BCA897A0}" presName="parTx" presStyleLbl="revTx" presStyleIdx="0" presStyleCnt="3">
        <dgm:presLayoutVars>
          <dgm:chMax val="0"/>
          <dgm:chPref val="0"/>
        </dgm:presLayoutVars>
      </dgm:prSet>
      <dgm:spPr/>
    </dgm:pt>
    <dgm:pt modelId="{10CE9990-1330-4DF7-A6EB-BE611C598076}" type="pres">
      <dgm:prSet presAssocID="{664EBBFB-01B9-4726-9A95-80304BB49EBD}" presName="sibTrans" presStyleCnt="0"/>
      <dgm:spPr/>
    </dgm:pt>
    <dgm:pt modelId="{E2E0A4B2-02C0-4794-BEED-02A65B81C69D}" type="pres">
      <dgm:prSet presAssocID="{2E640635-D21F-4CB2-885F-F930393CD7A7}" presName="compNode" presStyleCnt="0"/>
      <dgm:spPr/>
    </dgm:pt>
    <dgm:pt modelId="{9DD2AF4B-C0D4-4D7E-B242-E30872269541}" type="pres">
      <dgm:prSet presAssocID="{2E640635-D21F-4CB2-885F-F930393CD7A7}" presName="bgRect" presStyleLbl="bgShp" presStyleIdx="1" presStyleCnt="3"/>
      <dgm:spPr/>
    </dgm:pt>
    <dgm:pt modelId="{31075526-1332-4C72-804A-3B0DD27AA1A2}" type="pres">
      <dgm:prSet presAssocID="{2E640635-D21F-4CB2-885F-F930393CD7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0F824D4C-71E2-4A37-B1A9-F94E2DEBCCA1}" type="pres">
      <dgm:prSet presAssocID="{2E640635-D21F-4CB2-885F-F930393CD7A7}" presName="spaceRect" presStyleCnt="0"/>
      <dgm:spPr/>
    </dgm:pt>
    <dgm:pt modelId="{BF30AD5C-ECA9-4E4B-8993-EB8962B851E5}" type="pres">
      <dgm:prSet presAssocID="{2E640635-D21F-4CB2-885F-F930393CD7A7}" presName="parTx" presStyleLbl="revTx" presStyleIdx="1" presStyleCnt="3">
        <dgm:presLayoutVars>
          <dgm:chMax val="0"/>
          <dgm:chPref val="0"/>
        </dgm:presLayoutVars>
      </dgm:prSet>
      <dgm:spPr/>
    </dgm:pt>
    <dgm:pt modelId="{F85C1EF3-DF20-4249-BF55-BCF8F7428A98}" type="pres">
      <dgm:prSet presAssocID="{3E25D424-2762-4E10-910A-0A674BB20733}" presName="sibTrans" presStyleCnt="0"/>
      <dgm:spPr/>
    </dgm:pt>
    <dgm:pt modelId="{100418B8-9921-4521-8843-AB71A9B725FF}" type="pres">
      <dgm:prSet presAssocID="{1DAD8772-0E98-4C04-BEB5-3E8E78B60F3E}" presName="compNode" presStyleCnt="0"/>
      <dgm:spPr/>
    </dgm:pt>
    <dgm:pt modelId="{89BEBDB6-BAC3-4518-BA17-70F8E6E31D7F}" type="pres">
      <dgm:prSet presAssocID="{1DAD8772-0E98-4C04-BEB5-3E8E78B60F3E}" presName="bgRect" presStyleLbl="bgShp" presStyleIdx="2" presStyleCnt="3"/>
      <dgm:spPr/>
    </dgm:pt>
    <dgm:pt modelId="{83C10BD5-2172-4E31-BCB0-5E1B3E226130}" type="pres">
      <dgm:prSet presAssocID="{1DAD8772-0E98-4C04-BEB5-3E8E78B60F3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BAAEFC0-CCAB-4584-8919-E8F32B8A76B6}" type="pres">
      <dgm:prSet presAssocID="{1DAD8772-0E98-4C04-BEB5-3E8E78B60F3E}" presName="spaceRect" presStyleCnt="0"/>
      <dgm:spPr/>
    </dgm:pt>
    <dgm:pt modelId="{CF2F06C8-8CF3-4080-9A84-9DE08F164E84}" type="pres">
      <dgm:prSet presAssocID="{1DAD8772-0E98-4C04-BEB5-3E8E78B60F3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E802C26-7812-4061-9545-D67C0AC7401C}" type="presOf" srcId="{2E640635-D21F-4CB2-885F-F930393CD7A7}" destId="{BF30AD5C-ECA9-4E4B-8993-EB8962B851E5}" srcOrd="0" destOrd="0" presId="urn:microsoft.com/office/officeart/2018/2/layout/IconVerticalSolidList"/>
    <dgm:cxn modelId="{B79F9E4E-B702-4B1F-9356-FCBA67F3232C}" type="presOf" srcId="{33C12D00-7158-4DA1-A75C-B0C6BCA897A0}" destId="{6E2535B3-713E-4572-8906-9455B2E502D6}" srcOrd="0" destOrd="0" presId="urn:microsoft.com/office/officeart/2018/2/layout/IconVerticalSolidList"/>
    <dgm:cxn modelId="{26DF0352-1E58-480A-8889-F7BA2190AC97}" type="presOf" srcId="{1DAD8772-0E98-4C04-BEB5-3E8E78B60F3E}" destId="{CF2F06C8-8CF3-4080-9A84-9DE08F164E84}" srcOrd="0" destOrd="0" presId="urn:microsoft.com/office/officeart/2018/2/layout/IconVerticalSolidList"/>
    <dgm:cxn modelId="{426CE490-5A0E-4C62-8FA7-4C1394EA9147}" srcId="{85832359-A48E-44AA-963D-1C510248455B}" destId="{33C12D00-7158-4DA1-A75C-B0C6BCA897A0}" srcOrd="0" destOrd="0" parTransId="{61CBBC4B-2FED-40FD-851C-8414F59CB821}" sibTransId="{664EBBFB-01B9-4726-9A95-80304BB49EBD}"/>
    <dgm:cxn modelId="{D215B0D8-1F10-41B4-A184-0566FD02C67A}" srcId="{85832359-A48E-44AA-963D-1C510248455B}" destId="{1DAD8772-0E98-4C04-BEB5-3E8E78B60F3E}" srcOrd="2" destOrd="0" parTransId="{B9090595-427D-4F10-A127-E75CD197ECB9}" sibTransId="{ACF2A92C-4E93-49E0-81BC-AC5A0F52E697}"/>
    <dgm:cxn modelId="{02D816DA-460A-48D6-A97A-D6A2CF042CDF}" type="presOf" srcId="{85832359-A48E-44AA-963D-1C510248455B}" destId="{56629D6C-2CF9-41CF-B8D8-C139B1DFE61B}" srcOrd="0" destOrd="0" presId="urn:microsoft.com/office/officeart/2018/2/layout/IconVerticalSolidList"/>
    <dgm:cxn modelId="{2EEA52E0-B0A3-4934-8846-E38EF46F66C7}" srcId="{85832359-A48E-44AA-963D-1C510248455B}" destId="{2E640635-D21F-4CB2-885F-F930393CD7A7}" srcOrd="1" destOrd="0" parTransId="{A8600B5C-CA8C-4A3E-8002-43B4E9423350}" sibTransId="{3E25D424-2762-4E10-910A-0A674BB20733}"/>
    <dgm:cxn modelId="{3154DDA0-9299-4F3A-8BD6-34D1475B9FA4}" type="presParOf" srcId="{56629D6C-2CF9-41CF-B8D8-C139B1DFE61B}" destId="{FCBECE84-7AF9-4221-9086-7ACBAA1B089E}" srcOrd="0" destOrd="0" presId="urn:microsoft.com/office/officeart/2018/2/layout/IconVerticalSolidList"/>
    <dgm:cxn modelId="{10FED5E4-0D5C-4AFF-872F-824A812379CC}" type="presParOf" srcId="{FCBECE84-7AF9-4221-9086-7ACBAA1B089E}" destId="{BAEAE02C-5EC1-4107-8AED-017D109140D7}" srcOrd="0" destOrd="0" presId="urn:microsoft.com/office/officeart/2018/2/layout/IconVerticalSolidList"/>
    <dgm:cxn modelId="{8BD480B7-E3D7-47C7-BD5C-C3702552FC30}" type="presParOf" srcId="{FCBECE84-7AF9-4221-9086-7ACBAA1B089E}" destId="{2CBD30C0-ACA6-4D9F-AF5A-F0064BF43DD1}" srcOrd="1" destOrd="0" presId="urn:microsoft.com/office/officeart/2018/2/layout/IconVerticalSolidList"/>
    <dgm:cxn modelId="{715F81AB-FC0C-4D51-B429-925A62D6F36F}" type="presParOf" srcId="{FCBECE84-7AF9-4221-9086-7ACBAA1B089E}" destId="{4AD097A4-5B92-4164-8B7B-03375F6FAF3D}" srcOrd="2" destOrd="0" presId="urn:microsoft.com/office/officeart/2018/2/layout/IconVerticalSolidList"/>
    <dgm:cxn modelId="{ED967BAF-C114-4CF0-B18D-56CAA2F9761A}" type="presParOf" srcId="{FCBECE84-7AF9-4221-9086-7ACBAA1B089E}" destId="{6E2535B3-713E-4572-8906-9455B2E502D6}" srcOrd="3" destOrd="0" presId="urn:microsoft.com/office/officeart/2018/2/layout/IconVerticalSolidList"/>
    <dgm:cxn modelId="{035CE64D-FF5C-4EE7-9AE3-805685B7488A}" type="presParOf" srcId="{56629D6C-2CF9-41CF-B8D8-C139B1DFE61B}" destId="{10CE9990-1330-4DF7-A6EB-BE611C598076}" srcOrd="1" destOrd="0" presId="urn:microsoft.com/office/officeart/2018/2/layout/IconVerticalSolidList"/>
    <dgm:cxn modelId="{E1D4539B-CBF5-4154-9796-5A3B126062F1}" type="presParOf" srcId="{56629D6C-2CF9-41CF-B8D8-C139B1DFE61B}" destId="{E2E0A4B2-02C0-4794-BEED-02A65B81C69D}" srcOrd="2" destOrd="0" presId="urn:microsoft.com/office/officeart/2018/2/layout/IconVerticalSolidList"/>
    <dgm:cxn modelId="{0AC5AF11-FFE4-46E4-98A0-6DC2D413072F}" type="presParOf" srcId="{E2E0A4B2-02C0-4794-BEED-02A65B81C69D}" destId="{9DD2AF4B-C0D4-4D7E-B242-E30872269541}" srcOrd="0" destOrd="0" presId="urn:microsoft.com/office/officeart/2018/2/layout/IconVerticalSolidList"/>
    <dgm:cxn modelId="{EED74AD0-855A-4FF8-863D-96D3614043AC}" type="presParOf" srcId="{E2E0A4B2-02C0-4794-BEED-02A65B81C69D}" destId="{31075526-1332-4C72-804A-3B0DD27AA1A2}" srcOrd="1" destOrd="0" presId="urn:microsoft.com/office/officeart/2018/2/layout/IconVerticalSolidList"/>
    <dgm:cxn modelId="{96F9BA76-C233-4CD2-A996-2597702AC3D6}" type="presParOf" srcId="{E2E0A4B2-02C0-4794-BEED-02A65B81C69D}" destId="{0F824D4C-71E2-4A37-B1A9-F94E2DEBCCA1}" srcOrd="2" destOrd="0" presId="urn:microsoft.com/office/officeart/2018/2/layout/IconVerticalSolidList"/>
    <dgm:cxn modelId="{1ACB2A4E-A88E-4051-BEB8-F3571D2B5CBD}" type="presParOf" srcId="{E2E0A4B2-02C0-4794-BEED-02A65B81C69D}" destId="{BF30AD5C-ECA9-4E4B-8993-EB8962B851E5}" srcOrd="3" destOrd="0" presId="urn:microsoft.com/office/officeart/2018/2/layout/IconVerticalSolidList"/>
    <dgm:cxn modelId="{BEEF162C-9871-4C51-8231-A1032B1D9CB6}" type="presParOf" srcId="{56629D6C-2CF9-41CF-B8D8-C139B1DFE61B}" destId="{F85C1EF3-DF20-4249-BF55-BCF8F7428A98}" srcOrd="3" destOrd="0" presId="urn:microsoft.com/office/officeart/2018/2/layout/IconVerticalSolidList"/>
    <dgm:cxn modelId="{FE4309BF-C022-4A16-8F0D-2562973A228D}" type="presParOf" srcId="{56629D6C-2CF9-41CF-B8D8-C139B1DFE61B}" destId="{100418B8-9921-4521-8843-AB71A9B725FF}" srcOrd="4" destOrd="0" presId="urn:microsoft.com/office/officeart/2018/2/layout/IconVerticalSolidList"/>
    <dgm:cxn modelId="{E3A95087-F376-462C-9A28-CD510FAF4B0B}" type="presParOf" srcId="{100418B8-9921-4521-8843-AB71A9B725FF}" destId="{89BEBDB6-BAC3-4518-BA17-70F8E6E31D7F}" srcOrd="0" destOrd="0" presId="urn:microsoft.com/office/officeart/2018/2/layout/IconVerticalSolidList"/>
    <dgm:cxn modelId="{959E8E3A-B3C8-45CC-9F8D-CCDAA88BD199}" type="presParOf" srcId="{100418B8-9921-4521-8843-AB71A9B725FF}" destId="{83C10BD5-2172-4E31-BCB0-5E1B3E226130}" srcOrd="1" destOrd="0" presId="urn:microsoft.com/office/officeart/2018/2/layout/IconVerticalSolidList"/>
    <dgm:cxn modelId="{34079F6A-939D-435B-9AB1-BA05719C1A09}" type="presParOf" srcId="{100418B8-9921-4521-8843-AB71A9B725FF}" destId="{CBAAEFC0-CCAB-4584-8919-E8F32B8A76B6}" srcOrd="2" destOrd="0" presId="urn:microsoft.com/office/officeart/2018/2/layout/IconVerticalSolidList"/>
    <dgm:cxn modelId="{A517BE0B-91AC-44F0-B478-067EED1D53EF}" type="presParOf" srcId="{100418B8-9921-4521-8843-AB71A9B725FF}" destId="{CF2F06C8-8CF3-4080-9A84-9DE08F164E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09A6C2-1114-4AF7-8A59-9AD7F79582C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3901730-6593-477E-B8C8-2FB394ECF380}">
      <dgm:prSet/>
      <dgm:spPr/>
      <dgm:t>
        <a:bodyPr/>
        <a:lstStyle/>
        <a:p>
          <a:r>
            <a:rPr lang="en-US" b="1"/>
            <a:t>Enhanced Relevance</a:t>
          </a:r>
          <a:r>
            <a:rPr lang="en-US"/>
            <a:t>:</a:t>
          </a:r>
        </a:p>
      </dgm:t>
    </dgm:pt>
    <dgm:pt modelId="{1121D87F-9F57-4C0A-8C04-F0DFD3CE2345}" type="parTrans" cxnId="{4CC4EF16-CEB1-499C-828C-16F896EEAF89}">
      <dgm:prSet/>
      <dgm:spPr/>
      <dgm:t>
        <a:bodyPr/>
        <a:lstStyle/>
        <a:p>
          <a:endParaRPr lang="en-US"/>
        </a:p>
      </dgm:t>
    </dgm:pt>
    <dgm:pt modelId="{EBFAC716-7F61-4794-B5C4-C5D2A616D4DD}" type="sibTrans" cxnId="{4CC4EF16-CEB1-499C-828C-16F896EEAF89}">
      <dgm:prSet/>
      <dgm:spPr/>
      <dgm:t>
        <a:bodyPr/>
        <a:lstStyle/>
        <a:p>
          <a:endParaRPr lang="en-US"/>
        </a:p>
      </dgm:t>
    </dgm:pt>
    <dgm:pt modelId="{EFAC8BD9-0CDC-4F37-9E16-E3DF9966568A}">
      <dgm:prSet/>
      <dgm:spPr/>
      <dgm:t>
        <a:bodyPr/>
        <a:lstStyle/>
        <a:p>
          <a:r>
            <a:rPr lang="en-US"/>
            <a:t>Incorporates external knowledge for more contextually relevant responses.</a:t>
          </a:r>
        </a:p>
      </dgm:t>
    </dgm:pt>
    <dgm:pt modelId="{B1124857-A37A-444B-AF9A-8274A39F7E41}" type="parTrans" cxnId="{D32731E8-43B1-46D2-A32F-280546ED158C}">
      <dgm:prSet/>
      <dgm:spPr/>
      <dgm:t>
        <a:bodyPr/>
        <a:lstStyle/>
        <a:p>
          <a:endParaRPr lang="en-US"/>
        </a:p>
      </dgm:t>
    </dgm:pt>
    <dgm:pt modelId="{613A3EA8-1A0A-4025-ABB8-867C7D803BD3}" type="sibTrans" cxnId="{D32731E8-43B1-46D2-A32F-280546ED158C}">
      <dgm:prSet/>
      <dgm:spPr/>
      <dgm:t>
        <a:bodyPr/>
        <a:lstStyle/>
        <a:p>
          <a:endParaRPr lang="en-US"/>
        </a:p>
      </dgm:t>
    </dgm:pt>
    <dgm:pt modelId="{D14FB17C-8C78-450E-82D9-431A9CAE1307}">
      <dgm:prSet/>
      <dgm:spPr/>
      <dgm:t>
        <a:bodyPr/>
        <a:lstStyle/>
        <a:p>
          <a:r>
            <a:rPr lang="en-US" b="1"/>
            <a:t>Efficient Retrieval</a:t>
          </a:r>
          <a:r>
            <a:rPr lang="en-US"/>
            <a:t>:</a:t>
          </a:r>
        </a:p>
      </dgm:t>
    </dgm:pt>
    <dgm:pt modelId="{FC77A9AC-02F2-4BD1-B45F-36ACE6C30635}" type="parTrans" cxnId="{63E7BBEA-52C1-4353-BE30-BB8D3C724256}">
      <dgm:prSet/>
      <dgm:spPr/>
      <dgm:t>
        <a:bodyPr/>
        <a:lstStyle/>
        <a:p>
          <a:endParaRPr lang="en-US"/>
        </a:p>
      </dgm:t>
    </dgm:pt>
    <dgm:pt modelId="{F80AEE48-FF3B-4FB5-B4DF-2B3CF24415C3}" type="sibTrans" cxnId="{63E7BBEA-52C1-4353-BE30-BB8D3C724256}">
      <dgm:prSet/>
      <dgm:spPr/>
      <dgm:t>
        <a:bodyPr/>
        <a:lstStyle/>
        <a:p>
          <a:endParaRPr lang="en-US"/>
        </a:p>
      </dgm:t>
    </dgm:pt>
    <dgm:pt modelId="{084EE0AA-B76C-46D1-B832-D74029221C85}">
      <dgm:prSet/>
      <dgm:spPr/>
      <dgm:t>
        <a:bodyPr/>
        <a:lstStyle/>
        <a:p>
          <a:r>
            <a:rPr lang="en-US"/>
            <a:t>Leverages existing knowledge bases, reducing the need for large labeled datasets.</a:t>
          </a:r>
        </a:p>
      </dgm:t>
    </dgm:pt>
    <dgm:pt modelId="{8326BD86-16EE-4886-B1B0-33CFEEBD39C9}" type="parTrans" cxnId="{CCDCAAF2-F365-426B-8D6D-DFD80A2FDFB0}">
      <dgm:prSet/>
      <dgm:spPr/>
      <dgm:t>
        <a:bodyPr/>
        <a:lstStyle/>
        <a:p>
          <a:endParaRPr lang="en-US"/>
        </a:p>
      </dgm:t>
    </dgm:pt>
    <dgm:pt modelId="{389FFD17-2080-43B7-8AA7-F20EEE74FF75}" type="sibTrans" cxnId="{CCDCAAF2-F365-426B-8D6D-DFD80A2FDFB0}">
      <dgm:prSet/>
      <dgm:spPr/>
      <dgm:t>
        <a:bodyPr/>
        <a:lstStyle/>
        <a:p>
          <a:endParaRPr lang="en-US"/>
        </a:p>
      </dgm:t>
    </dgm:pt>
    <dgm:pt modelId="{A7652B40-E553-44FD-B54B-215DC0B18601}">
      <dgm:prSet/>
      <dgm:spPr/>
      <dgm:t>
        <a:bodyPr/>
        <a:lstStyle/>
        <a:p>
          <a:r>
            <a:rPr lang="en-US" b="1"/>
            <a:t>Dynamic Updates</a:t>
          </a:r>
          <a:r>
            <a:rPr lang="en-US"/>
            <a:t>:</a:t>
          </a:r>
        </a:p>
      </dgm:t>
    </dgm:pt>
    <dgm:pt modelId="{294F925E-2258-46FA-93C5-B66CA6242A4A}" type="parTrans" cxnId="{B4B2327F-21AD-4D91-9BFD-A8274DB3F3E2}">
      <dgm:prSet/>
      <dgm:spPr/>
      <dgm:t>
        <a:bodyPr/>
        <a:lstStyle/>
        <a:p>
          <a:endParaRPr lang="en-US"/>
        </a:p>
      </dgm:t>
    </dgm:pt>
    <dgm:pt modelId="{6A6E3E64-68FF-498A-83BA-3C7602A4037D}" type="sibTrans" cxnId="{B4B2327F-21AD-4D91-9BFD-A8274DB3F3E2}">
      <dgm:prSet/>
      <dgm:spPr/>
      <dgm:t>
        <a:bodyPr/>
        <a:lstStyle/>
        <a:p>
          <a:endParaRPr lang="en-US"/>
        </a:p>
      </dgm:t>
    </dgm:pt>
    <dgm:pt modelId="{E99EB514-CC95-4642-A899-6554B2A07630}">
      <dgm:prSet/>
      <dgm:spPr/>
      <dgm:t>
        <a:bodyPr/>
        <a:lstStyle/>
        <a:p>
          <a:r>
            <a:rPr lang="en-US"/>
            <a:t>Allows for real-time or periodic updates to maintain current information.</a:t>
          </a:r>
        </a:p>
      </dgm:t>
    </dgm:pt>
    <dgm:pt modelId="{84FC741F-30E7-4AF5-9B42-28A1DC1F1A52}" type="parTrans" cxnId="{62F43C8C-6D12-4B84-9F78-51955C8E8155}">
      <dgm:prSet/>
      <dgm:spPr/>
      <dgm:t>
        <a:bodyPr/>
        <a:lstStyle/>
        <a:p>
          <a:endParaRPr lang="en-US"/>
        </a:p>
      </dgm:t>
    </dgm:pt>
    <dgm:pt modelId="{7D0BEDFA-105E-4D54-9786-7FC228A1A465}" type="sibTrans" cxnId="{62F43C8C-6D12-4B84-9F78-51955C8E8155}">
      <dgm:prSet/>
      <dgm:spPr/>
      <dgm:t>
        <a:bodyPr/>
        <a:lstStyle/>
        <a:p>
          <a:endParaRPr lang="en-US"/>
        </a:p>
      </dgm:t>
    </dgm:pt>
    <dgm:pt modelId="{B22FC3A4-2AC7-49EE-BC0D-2C8EA785DAAB}">
      <dgm:prSet/>
      <dgm:spPr/>
      <dgm:t>
        <a:bodyPr/>
        <a:lstStyle/>
        <a:p>
          <a:r>
            <a:rPr lang="en-US" b="1"/>
            <a:t>Cost Effective</a:t>
          </a:r>
          <a:endParaRPr lang="en-US"/>
        </a:p>
      </dgm:t>
    </dgm:pt>
    <dgm:pt modelId="{362812D7-E8FA-49CF-8832-7ECC9538C1E5}" type="parTrans" cxnId="{2D72D549-B47D-4B82-AAA0-61EE5D8D0540}">
      <dgm:prSet/>
      <dgm:spPr/>
      <dgm:t>
        <a:bodyPr/>
        <a:lstStyle/>
        <a:p>
          <a:endParaRPr lang="en-US"/>
        </a:p>
      </dgm:t>
    </dgm:pt>
    <dgm:pt modelId="{0EAA2B95-99BD-4940-8634-042BB259B8AF}" type="sibTrans" cxnId="{2D72D549-B47D-4B82-AAA0-61EE5D8D0540}">
      <dgm:prSet/>
      <dgm:spPr/>
      <dgm:t>
        <a:bodyPr/>
        <a:lstStyle/>
        <a:p>
          <a:endParaRPr lang="en-US"/>
        </a:p>
      </dgm:t>
    </dgm:pt>
    <dgm:pt modelId="{6ADA73CD-2723-4443-BBAD-EE94A3B4AFD0}">
      <dgm:prSet/>
      <dgm:spPr/>
      <dgm:t>
        <a:bodyPr/>
        <a:lstStyle/>
        <a:p>
          <a:r>
            <a:rPr lang="en-US" b="1"/>
            <a:t>Scalability</a:t>
          </a:r>
          <a:endParaRPr lang="en-US"/>
        </a:p>
      </dgm:t>
    </dgm:pt>
    <dgm:pt modelId="{B40D55DB-798C-4FE2-9DFB-D2DC511C1CC2}" type="parTrans" cxnId="{BED1551F-CB22-4DE3-BC93-04201557DCC8}">
      <dgm:prSet/>
      <dgm:spPr/>
      <dgm:t>
        <a:bodyPr/>
        <a:lstStyle/>
        <a:p>
          <a:endParaRPr lang="en-US"/>
        </a:p>
      </dgm:t>
    </dgm:pt>
    <dgm:pt modelId="{3AA8B9A3-6BD2-4E96-B483-F1B9099CE5C1}" type="sibTrans" cxnId="{BED1551F-CB22-4DE3-BC93-04201557DCC8}">
      <dgm:prSet/>
      <dgm:spPr/>
      <dgm:t>
        <a:bodyPr/>
        <a:lstStyle/>
        <a:p>
          <a:endParaRPr lang="en-US"/>
        </a:p>
      </dgm:t>
    </dgm:pt>
    <dgm:pt modelId="{959738EC-BDD0-4391-AF8A-920C61D1928C}">
      <dgm:prSet/>
      <dgm:spPr/>
      <dgm:t>
        <a:bodyPr/>
        <a:lstStyle/>
        <a:p>
          <a:r>
            <a:rPr lang="en-US" b="1"/>
            <a:t>Availability </a:t>
          </a:r>
          <a:endParaRPr lang="en-US"/>
        </a:p>
      </dgm:t>
    </dgm:pt>
    <dgm:pt modelId="{E6841303-815D-445B-86DD-DB3F696D6A0E}" type="parTrans" cxnId="{4BA7336B-B5B1-4650-BD2A-681739DFADB4}">
      <dgm:prSet/>
      <dgm:spPr/>
      <dgm:t>
        <a:bodyPr/>
        <a:lstStyle/>
        <a:p>
          <a:endParaRPr lang="en-US"/>
        </a:p>
      </dgm:t>
    </dgm:pt>
    <dgm:pt modelId="{0FB359E0-7F8E-4233-A421-6D88DBD6BD71}" type="sibTrans" cxnId="{4BA7336B-B5B1-4650-BD2A-681739DFADB4}">
      <dgm:prSet/>
      <dgm:spPr/>
      <dgm:t>
        <a:bodyPr/>
        <a:lstStyle/>
        <a:p>
          <a:endParaRPr lang="en-US"/>
        </a:p>
      </dgm:t>
    </dgm:pt>
    <dgm:pt modelId="{F6FF2F82-F356-754C-AD12-2AC336F033D2}" type="pres">
      <dgm:prSet presAssocID="{3F09A6C2-1114-4AF7-8A59-9AD7F79582CA}" presName="diagram" presStyleCnt="0">
        <dgm:presLayoutVars>
          <dgm:dir/>
          <dgm:resizeHandles val="exact"/>
        </dgm:presLayoutVars>
      </dgm:prSet>
      <dgm:spPr/>
    </dgm:pt>
    <dgm:pt modelId="{659D439A-D7DB-DB4D-ABA3-74EB732298B5}" type="pres">
      <dgm:prSet presAssocID="{A3901730-6593-477E-B8C8-2FB394ECF380}" presName="node" presStyleLbl="node1" presStyleIdx="0" presStyleCnt="6">
        <dgm:presLayoutVars>
          <dgm:bulletEnabled val="1"/>
        </dgm:presLayoutVars>
      </dgm:prSet>
      <dgm:spPr/>
    </dgm:pt>
    <dgm:pt modelId="{BC6E8077-D8C5-6E44-87F5-AD85A4D60A6D}" type="pres">
      <dgm:prSet presAssocID="{EBFAC716-7F61-4794-B5C4-C5D2A616D4DD}" presName="sibTrans" presStyleCnt="0"/>
      <dgm:spPr/>
    </dgm:pt>
    <dgm:pt modelId="{0C94C4B7-A81B-4644-8B17-5DACF81DCCE1}" type="pres">
      <dgm:prSet presAssocID="{D14FB17C-8C78-450E-82D9-431A9CAE1307}" presName="node" presStyleLbl="node1" presStyleIdx="1" presStyleCnt="6">
        <dgm:presLayoutVars>
          <dgm:bulletEnabled val="1"/>
        </dgm:presLayoutVars>
      </dgm:prSet>
      <dgm:spPr/>
    </dgm:pt>
    <dgm:pt modelId="{AF909EAD-DEF7-2146-BA04-6E9CF209DCBA}" type="pres">
      <dgm:prSet presAssocID="{F80AEE48-FF3B-4FB5-B4DF-2B3CF24415C3}" presName="sibTrans" presStyleCnt="0"/>
      <dgm:spPr/>
    </dgm:pt>
    <dgm:pt modelId="{C39B7F04-0151-5543-9381-337CC2818ED2}" type="pres">
      <dgm:prSet presAssocID="{A7652B40-E553-44FD-B54B-215DC0B18601}" presName="node" presStyleLbl="node1" presStyleIdx="2" presStyleCnt="6">
        <dgm:presLayoutVars>
          <dgm:bulletEnabled val="1"/>
        </dgm:presLayoutVars>
      </dgm:prSet>
      <dgm:spPr/>
    </dgm:pt>
    <dgm:pt modelId="{EBF369F6-5777-5648-9ABB-2F293BE7E320}" type="pres">
      <dgm:prSet presAssocID="{6A6E3E64-68FF-498A-83BA-3C7602A4037D}" presName="sibTrans" presStyleCnt="0"/>
      <dgm:spPr/>
    </dgm:pt>
    <dgm:pt modelId="{6B610FFE-F99D-F54F-85E4-016959113C90}" type="pres">
      <dgm:prSet presAssocID="{B22FC3A4-2AC7-49EE-BC0D-2C8EA785DAAB}" presName="node" presStyleLbl="node1" presStyleIdx="3" presStyleCnt="6">
        <dgm:presLayoutVars>
          <dgm:bulletEnabled val="1"/>
        </dgm:presLayoutVars>
      </dgm:prSet>
      <dgm:spPr/>
    </dgm:pt>
    <dgm:pt modelId="{941894EE-ED9C-AF4D-BF10-12C431FDD6EF}" type="pres">
      <dgm:prSet presAssocID="{0EAA2B95-99BD-4940-8634-042BB259B8AF}" presName="sibTrans" presStyleCnt="0"/>
      <dgm:spPr/>
    </dgm:pt>
    <dgm:pt modelId="{E55FB109-E1BF-6D4D-ABE0-B2999B13F24B}" type="pres">
      <dgm:prSet presAssocID="{6ADA73CD-2723-4443-BBAD-EE94A3B4AFD0}" presName="node" presStyleLbl="node1" presStyleIdx="4" presStyleCnt="6">
        <dgm:presLayoutVars>
          <dgm:bulletEnabled val="1"/>
        </dgm:presLayoutVars>
      </dgm:prSet>
      <dgm:spPr/>
    </dgm:pt>
    <dgm:pt modelId="{F775AE1A-7B17-9A48-9596-71A5ACDE2893}" type="pres">
      <dgm:prSet presAssocID="{3AA8B9A3-6BD2-4E96-B483-F1B9099CE5C1}" presName="sibTrans" presStyleCnt="0"/>
      <dgm:spPr/>
    </dgm:pt>
    <dgm:pt modelId="{D6A4EDC2-49EE-DB49-86D0-5D2DDF3DD398}" type="pres">
      <dgm:prSet presAssocID="{959738EC-BDD0-4391-AF8A-920C61D1928C}" presName="node" presStyleLbl="node1" presStyleIdx="5" presStyleCnt="6">
        <dgm:presLayoutVars>
          <dgm:bulletEnabled val="1"/>
        </dgm:presLayoutVars>
      </dgm:prSet>
      <dgm:spPr/>
    </dgm:pt>
  </dgm:ptLst>
  <dgm:cxnLst>
    <dgm:cxn modelId="{4CC4EF16-CEB1-499C-828C-16F896EEAF89}" srcId="{3F09A6C2-1114-4AF7-8A59-9AD7F79582CA}" destId="{A3901730-6593-477E-B8C8-2FB394ECF380}" srcOrd="0" destOrd="0" parTransId="{1121D87F-9F57-4C0A-8C04-F0DFD3CE2345}" sibTransId="{EBFAC716-7F61-4794-B5C4-C5D2A616D4DD}"/>
    <dgm:cxn modelId="{5124F21E-7CB2-A042-92A9-2F6CBDBC76B0}" type="presOf" srcId="{D14FB17C-8C78-450E-82D9-431A9CAE1307}" destId="{0C94C4B7-A81B-4644-8B17-5DACF81DCCE1}" srcOrd="0" destOrd="0" presId="urn:microsoft.com/office/officeart/2005/8/layout/default"/>
    <dgm:cxn modelId="{BED1551F-CB22-4DE3-BC93-04201557DCC8}" srcId="{3F09A6C2-1114-4AF7-8A59-9AD7F79582CA}" destId="{6ADA73CD-2723-4443-BBAD-EE94A3B4AFD0}" srcOrd="4" destOrd="0" parTransId="{B40D55DB-798C-4FE2-9DFB-D2DC511C1CC2}" sibTransId="{3AA8B9A3-6BD2-4E96-B483-F1B9099CE5C1}"/>
    <dgm:cxn modelId="{E2B0BA20-86AC-8445-A09B-10A36E26585A}" type="presOf" srcId="{B22FC3A4-2AC7-49EE-BC0D-2C8EA785DAAB}" destId="{6B610FFE-F99D-F54F-85E4-016959113C90}" srcOrd="0" destOrd="0" presId="urn:microsoft.com/office/officeart/2005/8/layout/default"/>
    <dgm:cxn modelId="{2D72D549-B47D-4B82-AAA0-61EE5D8D0540}" srcId="{3F09A6C2-1114-4AF7-8A59-9AD7F79582CA}" destId="{B22FC3A4-2AC7-49EE-BC0D-2C8EA785DAAB}" srcOrd="3" destOrd="0" parTransId="{362812D7-E8FA-49CF-8832-7ECC9538C1E5}" sibTransId="{0EAA2B95-99BD-4940-8634-042BB259B8AF}"/>
    <dgm:cxn modelId="{4BA7336B-B5B1-4650-BD2A-681739DFADB4}" srcId="{3F09A6C2-1114-4AF7-8A59-9AD7F79582CA}" destId="{959738EC-BDD0-4391-AF8A-920C61D1928C}" srcOrd="5" destOrd="0" parTransId="{E6841303-815D-445B-86DD-DB3F696D6A0E}" sibTransId="{0FB359E0-7F8E-4233-A421-6D88DBD6BD71}"/>
    <dgm:cxn modelId="{B4B2327F-21AD-4D91-9BFD-A8274DB3F3E2}" srcId="{3F09A6C2-1114-4AF7-8A59-9AD7F79582CA}" destId="{A7652B40-E553-44FD-B54B-215DC0B18601}" srcOrd="2" destOrd="0" parTransId="{294F925E-2258-46FA-93C5-B66CA6242A4A}" sibTransId="{6A6E3E64-68FF-498A-83BA-3C7602A4037D}"/>
    <dgm:cxn modelId="{0BBE578A-F6DD-D442-BA1F-0D40FCFCAC6D}" type="presOf" srcId="{A7652B40-E553-44FD-B54B-215DC0B18601}" destId="{C39B7F04-0151-5543-9381-337CC2818ED2}" srcOrd="0" destOrd="0" presId="urn:microsoft.com/office/officeart/2005/8/layout/default"/>
    <dgm:cxn modelId="{62F43C8C-6D12-4B84-9F78-51955C8E8155}" srcId="{A7652B40-E553-44FD-B54B-215DC0B18601}" destId="{E99EB514-CC95-4642-A899-6554B2A07630}" srcOrd="0" destOrd="0" parTransId="{84FC741F-30E7-4AF5-9B42-28A1DC1F1A52}" sibTransId="{7D0BEDFA-105E-4D54-9786-7FC228A1A465}"/>
    <dgm:cxn modelId="{7C70DC96-8483-8744-A597-F97DE215FBDC}" type="presOf" srcId="{A3901730-6593-477E-B8C8-2FB394ECF380}" destId="{659D439A-D7DB-DB4D-ABA3-74EB732298B5}" srcOrd="0" destOrd="0" presId="urn:microsoft.com/office/officeart/2005/8/layout/default"/>
    <dgm:cxn modelId="{38E02499-3BDA-0545-B4CD-C3374D16DB95}" type="presOf" srcId="{084EE0AA-B76C-46D1-B832-D74029221C85}" destId="{0C94C4B7-A81B-4644-8B17-5DACF81DCCE1}" srcOrd="0" destOrd="1" presId="urn:microsoft.com/office/officeart/2005/8/layout/default"/>
    <dgm:cxn modelId="{F102229B-8926-BB4F-8714-55BEF7D35AB2}" type="presOf" srcId="{3F09A6C2-1114-4AF7-8A59-9AD7F79582CA}" destId="{F6FF2F82-F356-754C-AD12-2AC336F033D2}" srcOrd="0" destOrd="0" presId="urn:microsoft.com/office/officeart/2005/8/layout/default"/>
    <dgm:cxn modelId="{3D82409D-DE44-B14A-A88C-D9AAFF038CE9}" type="presOf" srcId="{E99EB514-CC95-4642-A899-6554B2A07630}" destId="{C39B7F04-0151-5543-9381-337CC2818ED2}" srcOrd="0" destOrd="1" presId="urn:microsoft.com/office/officeart/2005/8/layout/default"/>
    <dgm:cxn modelId="{E1EEBBBE-2469-AF4B-8AA3-126C9C370919}" type="presOf" srcId="{6ADA73CD-2723-4443-BBAD-EE94A3B4AFD0}" destId="{E55FB109-E1BF-6D4D-ABE0-B2999B13F24B}" srcOrd="0" destOrd="0" presId="urn:microsoft.com/office/officeart/2005/8/layout/default"/>
    <dgm:cxn modelId="{D32731E8-43B1-46D2-A32F-280546ED158C}" srcId="{A3901730-6593-477E-B8C8-2FB394ECF380}" destId="{EFAC8BD9-0CDC-4F37-9E16-E3DF9966568A}" srcOrd="0" destOrd="0" parTransId="{B1124857-A37A-444B-AF9A-8274A39F7E41}" sibTransId="{613A3EA8-1A0A-4025-ABB8-867C7D803BD3}"/>
    <dgm:cxn modelId="{63E7BBEA-52C1-4353-BE30-BB8D3C724256}" srcId="{3F09A6C2-1114-4AF7-8A59-9AD7F79582CA}" destId="{D14FB17C-8C78-450E-82D9-431A9CAE1307}" srcOrd="1" destOrd="0" parTransId="{FC77A9AC-02F2-4BD1-B45F-36ACE6C30635}" sibTransId="{F80AEE48-FF3B-4FB5-B4DF-2B3CF24415C3}"/>
    <dgm:cxn modelId="{CCDCAAF2-F365-426B-8D6D-DFD80A2FDFB0}" srcId="{D14FB17C-8C78-450E-82D9-431A9CAE1307}" destId="{084EE0AA-B76C-46D1-B832-D74029221C85}" srcOrd="0" destOrd="0" parTransId="{8326BD86-16EE-4886-B1B0-33CFEEBD39C9}" sibTransId="{389FFD17-2080-43B7-8AA7-F20EEE74FF75}"/>
    <dgm:cxn modelId="{783959F7-5897-E648-A58A-66C1302EDF09}" type="presOf" srcId="{EFAC8BD9-0CDC-4F37-9E16-E3DF9966568A}" destId="{659D439A-D7DB-DB4D-ABA3-74EB732298B5}" srcOrd="0" destOrd="1" presId="urn:microsoft.com/office/officeart/2005/8/layout/default"/>
    <dgm:cxn modelId="{6D9BE9FE-120D-324A-AD25-BA10F7DB6B35}" type="presOf" srcId="{959738EC-BDD0-4391-AF8A-920C61D1928C}" destId="{D6A4EDC2-49EE-DB49-86D0-5D2DDF3DD398}" srcOrd="0" destOrd="0" presId="urn:microsoft.com/office/officeart/2005/8/layout/default"/>
    <dgm:cxn modelId="{A376647E-2B41-F745-BC2A-2FC06C24CED1}" type="presParOf" srcId="{F6FF2F82-F356-754C-AD12-2AC336F033D2}" destId="{659D439A-D7DB-DB4D-ABA3-74EB732298B5}" srcOrd="0" destOrd="0" presId="urn:microsoft.com/office/officeart/2005/8/layout/default"/>
    <dgm:cxn modelId="{1660D807-F646-BA40-9D3E-D55C9FF1A971}" type="presParOf" srcId="{F6FF2F82-F356-754C-AD12-2AC336F033D2}" destId="{BC6E8077-D8C5-6E44-87F5-AD85A4D60A6D}" srcOrd="1" destOrd="0" presId="urn:microsoft.com/office/officeart/2005/8/layout/default"/>
    <dgm:cxn modelId="{4F351FDB-28A6-C840-8707-CF33183A47A4}" type="presParOf" srcId="{F6FF2F82-F356-754C-AD12-2AC336F033D2}" destId="{0C94C4B7-A81B-4644-8B17-5DACF81DCCE1}" srcOrd="2" destOrd="0" presId="urn:microsoft.com/office/officeart/2005/8/layout/default"/>
    <dgm:cxn modelId="{0EF31AB1-9FD0-E742-80EE-DBFD6C2B466A}" type="presParOf" srcId="{F6FF2F82-F356-754C-AD12-2AC336F033D2}" destId="{AF909EAD-DEF7-2146-BA04-6E9CF209DCBA}" srcOrd="3" destOrd="0" presId="urn:microsoft.com/office/officeart/2005/8/layout/default"/>
    <dgm:cxn modelId="{C66AEDC1-DE20-A04D-993B-8B34DF6A95E8}" type="presParOf" srcId="{F6FF2F82-F356-754C-AD12-2AC336F033D2}" destId="{C39B7F04-0151-5543-9381-337CC2818ED2}" srcOrd="4" destOrd="0" presId="urn:microsoft.com/office/officeart/2005/8/layout/default"/>
    <dgm:cxn modelId="{969F21EB-851C-6247-AEE8-6594CF9ABA6E}" type="presParOf" srcId="{F6FF2F82-F356-754C-AD12-2AC336F033D2}" destId="{EBF369F6-5777-5648-9ABB-2F293BE7E320}" srcOrd="5" destOrd="0" presId="urn:microsoft.com/office/officeart/2005/8/layout/default"/>
    <dgm:cxn modelId="{3C145D4D-CFE3-7A44-A989-1E041A613BF7}" type="presParOf" srcId="{F6FF2F82-F356-754C-AD12-2AC336F033D2}" destId="{6B610FFE-F99D-F54F-85E4-016959113C90}" srcOrd="6" destOrd="0" presId="urn:microsoft.com/office/officeart/2005/8/layout/default"/>
    <dgm:cxn modelId="{2AC28453-F385-1A42-B67A-7E6B141D5758}" type="presParOf" srcId="{F6FF2F82-F356-754C-AD12-2AC336F033D2}" destId="{941894EE-ED9C-AF4D-BF10-12C431FDD6EF}" srcOrd="7" destOrd="0" presId="urn:microsoft.com/office/officeart/2005/8/layout/default"/>
    <dgm:cxn modelId="{D99AA079-58F1-7649-8339-DD8D852DF6FC}" type="presParOf" srcId="{F6FF2F82-F356-754C-AD12-2AC336F033D2}" destId="{E55FB109-E1BF-6D4D-ABE0-B2999B13F24B}" srcOrd="8" destOrd="0" presId="urn:microsoft.com/office/officeart/2005/8/layout/default"/>
    <dgm:cxn modelId="{C9F0A4DE-B6FB-BC49-AF65-EED5F9CFAA0C}" type="presParOf" srcId="{F6FF2F82-F356-754C-AD12-2AC336F033D2}" destId="{F775AE1A-7B17-9A48-9596-71A5ACDE2893}" srcOrd="9" destOrd="0" presId="urn:microsoft.com/office/officeart/2005/8/layout/default"/>
    <dgm:cxn modelId="{374354AB-7589-3D4C-A6E0-B28574307171}" type="presParOf" srcId="{F6FF2F82-F356-754C-AD12-2AC336F033D2}" destId="{D6A4EDC2-49EE-DB49-86D0-5D2DDF3DD39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18F556-C83F-455C-853E-E4B92E8008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C103F0C-9A89-437D-8D9C-6CEE1D28EC43}">
      <dgm:prSet/>
      <dgm:spPr/>
      <dgm:t>
        <a:bodyPr/>
        <a:lstStyle/>
        <a:p>
          <a:r>
            <a:rPr lang="en-GB" dirty="0"/>
            <a:t>Extend this solution to ELIOT app  with the actual functional/technical data</a:t>
          </a:r>
          <a:endParaRPr lang="en-US" dirty="0"/>
        </a:p>
      </dgm:t>
    </dgm:pt>
    <dgm:pt modelId="{67276D05-1908-49A5-9377-5A83EDD3FB4C}" type="parTrans" cxnId="{DFAF5753-0EAD-4C7D-8EC5-0B80F3219DC5}">
      <dgm:prSet/>
      <dgm:spPr/>
      <dgm:t>
        <a:bodyPr/>
        <a:lstStyle/>
        <a:p>
          <a:endParaRPr lang="en-US"/>
        </a:p>
      </dgm:t>
    </dgm:pt>
    <dgm:pt modelId="{737D9C88-8BD5-42BC-9A1D-742AF58909B4}" type="sibTrans" cxnId="{DFAF5753-0EAD-4C7D-8EC5-0B80F3219DC5}">
      <dgm:prSet/>
      <dgm:spPr/>
      <dgm:t>
        <a:bodyPr/>
        <a:lstStyle/>
        <a:p>
          <a:endParaRPr lang="en-US"/>
        </a:p>
      </dgm:t>
    </dgm:pt>
    <dgm:pt modelId="{398EA711-083F-4752-98BD-104F5E6D52BE}">
      <dgm:prSet/>
      <dgm:spPr/>
      <dgm:t>
        <a:bodyPr/>
        <a:lstStyle/>
        <a:p>
          <a:r>
            <a:rPr lang="en-US" dirty="0"/>
            <a:t>Extend to Trade  (booking ) related /other functionalities.</a:t>
          </a:r>
        </a:p>
      </dgm:t>
    </dgm:pt>
    <dgm:pt modelId="{AFBCBA21-0ABF-48E2-8858-0EDB977343BC}" type="parTrans" cxnId="{6BC6B5C8-BBE5-40A0-A3DD-307FA3E32D2A}">
      <dgm:prSet/>
      <dgm:spPr/>
      <dgm:t>
        <a:bodyPr/>
        <a:lstStyle/>
        <a:p>
          <a:endParaRPr lang="en-US"/>
        </a:p>
      </dgm:t>
    </dgm:pt>
    <dgm:pt modelId="{D9864292-9549-443C-928B-D9715D47D72D}" type="sibTrans" cxnId="{6BC6B5C8-BBE5-40A0-A3DD-307FA3E32D2A}">
      <dgm:prSet/>
      <dgm:spPr/>
      <dgm:t>
        <a:bodyPr/>
        <a:lstStyle/>
        <a:p>
          <a:endParaRPr lang="en-US"/>
        </a:p>
      </dgm:t>
    </dgm:pt>
    <dgm:pt modelId="{09BAB055-68B7-483D-802B-52324C45945B}">
      <dgm:prSet/>
      <dgm:spPr/>
      <dgm:t>
        <a:bodyPr/>
        <a:lstStyle/>
        <a:p>
          <a:r>
            <a:rPr lang="en-GB" dirty="0"/>
            <a:t>Extent Information sources to different formats and Realtime Data feeding</a:t>
          </a:r>
          <a:endParaRPr lang="en-US" dirty="0"/>
        </a:p>
      </dgm:t>
    </dgm:pt>
    <dgm:pt modelId="{56C1C536-2D71-4AAA-8BF7-2286A00D4C87}" type="parTrans" cxnId="{61ED5145-74D7-44DB-B02F-089AA8B97DAB}">
      <dgm:prSet/>
      <dgm:spPr/>
      <dgm:t>
        <a:bodyPr/>
        <a:lstStyle/>
        <a:p>
          <a:endParaRPr lang="en-US"/>
        </a:p>
      </dgm:t>
    </dgm:pt>
    <dgm:pt modelId="{E4C91506-EF90-4F15-882E-8262D860DCFF}" type="sibTrans" cxnId="{61ED5145-74D7-44DB-B02F-089AA8B97DAB}">
      <dgm:prSet/>
      <dgm:spPr/>
      <dgm:t>
        <a:bodyPr/>
        <a:lstStyle/>
        <a:p>
          <a:endParaRPr lang="en-US"/>
        </a:p>
      </dgm:t>
    </dgm:pt>
    <dgm:pt modelId="{E3D40025-FBDD-433F-83A3-D7D9D1A700BC}" type="pres">
      <dgm:prSet presAssocID="{2F18F556-C83F-455C-853E-E4B92E80082D}" presName="root" presStyleCnt="0">
        <dgm:presLayoutVars>
          <dgm:dir/>
          <dgm:resizeHandles val="exact"/>
        </dgm:presLayoutVars>
      </dgm:prSet>
      <dgm:spPr/>
    </dgm:pt>
    <dgm:pt modelId="{A4C9AF3E-06DB-4465-B591-D4295AA9252B}" type="pres">
      <dgm:prSet presAssocID="{3C103F0C-9A89-437D-8D9C-6CEE1D28EC43}" presName="compNode" presStyleCnt="0"/>
      <dgm:spPr/>
    </dgm:pt>
    <dgm:pt modelId="{619997F3-B263-4C81-A272-55AA46F02C59}" type="pres">
      <dgm:prSet presAssocID="{3C103F0C-9A89-437D-8D9C-6CEE1D28EC43}" presName="bgRect" presStyleLbl="bgShp" presStyleIdx="0" presStyleCnt="3"/>
      <dgm:spPr/>
    </dgm:pt>
    <dgm:pt modelId="{575A73C7-27A1-49F8-8F8D-D2AE49E11C19}" type="pres">
      <dgm:prSet presAssocID="{3C103F0C-9A89-437D-8D9C-6CEE1D28EC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F8778F7-DAAB-4DCA-ACD8-2B33082A9A7A}" type="pres">
      <dgm:prSet presAssocID="{3C103F0C-9A89-437D-8D9C-6CEE1D28EC43}" presName="spaceRect" presStyleCnt="0"/>
      <dgm:spPr/>
    </dgm:pt>
    <dgm:pt modelId="{201D955C-0888-4D92-A470-51C1568A53F1}" type="pres">
      <dgm:prSet presAssocID="{3C103F0C-9A89-437D-8D9C-6CEE1D28EC43}" presName="parTx" presStyleLbl="revTx" presStyleIdx="0" presStyleCnt="3">
        <dgm:presLayoutVars>
          <dgm:chMax val="0"/>
          <dgm:chPref val="0"/>
        </dgm:presLayoutVars>
      </dgm:prSet>
      <dgm:spPr/>
    </dgm:pt>
    <dgm:pt modelId="{3054DDA1-A86A-4CD6-A13B-6BC97B899675}" type="pres">
      <dgm:prSet presAssocID="{737D9C88-8BD5-42BC-9A1D-742AF58909B4}" presName="sibTrans" presStyleCnt="0"/>
      <dgm:spPr/>
    </dgm:pt>
    <dgm:pt modelId="{23FE2D11-C0B0-43C8-A71B-35987616AD0C}" type="pres">
      <dgm:prSet presAssocID="{398EA711-083F-4752-98BD-104F5E6D52BE}" presName="compNode" presStyleCnt="0"/>
      <dgm:spPr/>
    </dgm:pt>
    <dgm:pt modelId="{D192CB9E-FB5F-4501-9CF2-095664428512}" type="pres">
      <dgm:prSet presAssocID="{398EA711-083F-4752-98BD-104F5E6D52BE}" presName="bgRect" presStyleLbl="bgShp" presStyleIdx="1" presStyleCnt="3" custLinFactNeighborX="21482" custLinFactNeighborY="5402"/>
      <dgm:spPr/>
    </dgm:pt>
    <dgm:pt modelId="{C0723C54-0C82-4346-87CD-FFBCCC751129}" type="pres">
      <dgm:prSet presAssocID="{398EA711-083F-4752-98BD-104F5E6D52B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9F066213-107D-4E48-AFDD-381599F87775}" type="pres">
      <dgm:prSet presAssocID="{398EA711-083F-4752-98BD-104F5E6D52BE}" presName="spaceRect" presStyleCnt="0"/>
      <dgm:spPr/>
    </dgm:pt>
    <dgm:pt modelId="{E6A8E5C5-64C6-4510-B148-BA96B18A6867}" type="pres">
      <dgm:prSet presAssocID="{398EA711-083F-4752-98BD-104F5E6D52BE}" presName="parTx" presStyleLbl="revTx" presStyleIdx="1" presStyleCnt="3">
        <dgm:presLayoutVars>
          <dgm:chMax val="0"/>
          <dgm:chPref val="0"/>
        </dgm:presLayoutVars>
      </dgm:prSet>
      <dgm:spPr/>
    </dgm:pt>
    <dgm:pt modelId="{6F9A4524-1690-4BA8-A14A-4978A7C330DA}" type="pres">
      <dgm:prSet presAssocID="{D9864292-9549-443C-928B-D9715D47D72D}" presName="sibTrans" presStyleCnt="0"/>
      <dgm:spPr/>
    </dgm:pt>
    <dgm:pt modelId="{C6551836-24CE-45AA-88AE-8A831E4729A6}" type="pres">
      <dgm:prSet presAssocID="{09BAB055-68B7-483D-802B-52324C45945B}" presName="compNode" presStyleCnt="0"/>
      <dgm:spPr/>
    </dgm:pt>
    <dgm:pt modelId="{EFB14695-FE88-4696-B11D-DEFEB6BB1C46}" type="pres">
      <dgm:prSet presAssocID="{09BAB055-68B7-483D-802B-52324C45945B}" presName="bgRect" presStyleLbl="bgShp" presStyleIdx="2" presStyleCnt="3"/>
      <dgm:spPr/>
    </dgm:pt>
    <dgm:pt modelId="{50DD1E19-3725-4D30-9516-9D41278F20C9}" type="pres">
      <dgm:prSet presAssocID="{09BAB055-68B7-483D-802B-52324C45945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5FD16A6C-62E5-4AE5-9632-E472BEBE506A}" type="pres">
      <dgm:prSet presAssocID="{09BAB055-68B7-483D-802B-52324C45945B}" presName="spaceRect" presStyleCnt="0"/>
      <dgm:spPr/>
    </dgm:pt>
    <dgm:pt modelId="{9580D439-D8C5-48C0-ACA8-7998DC54FBCC}" type="pres">
      <dgm:prSet presAssocID="{09BAB055-68B7-483D-802B-52324C45945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3D51831-B50D-4DAD-9D9D-7ABFACE8DE98}" type="presOf" srcId="{398EA711-083F-4752-98BD-104F5E6D52BE}" destId="{E6A8E5C5-64C6-4510-B148-BA96B18A6867}" srcOrd="0" destOrd="0" presId="urn:microsoft.com/office/officeart/2018/2/layout/IconVerticalSolidList"/>
    <dgm:cxn modelId="{61ED5145-74D7-44DB-B02F-089AA8B97DAB}" srcId="{2F18F556-C83F-455C-853E-E4B92E80082D}" destId="{09BAB055-68B7-483D-802B-52324C45945B}" srcOrd="2" destOrd="0" parTransId="{56C1C536-2D71-4AAA-8BF7-2286A00D4C87}" sibTransId="{E4C91506-EF90-4F15-882E-8262D860DCFF}"/>
    <dgm:cxn modelId="{F61CFF66-9AA9-413D-9A04-74F330B56503}" type="presOf" srcId="{2F18F556-C83F-455C-853E-E4B92E80082D}" destId="{E3D40025-FBDD-433F-83A3-D7D9D1A700BC}" srcOrd="0" destOrd="0" presId="urn:microsoft.com/office/officeart/2018/2/layout/IconVerticalSolidList"/>
    <dgm:cxn modelId="{DFAF5753-0EAD-4C7D-8EC5-0B80F3219DC5}" srcId="{2F18F556-C83F-455C-853E-E4B92E80082D}" destId="{3C103F0C-9A89-437D-8D9C-6CEE1D28EC43}" srcOrd="0" destOrd="0" parTransId="{67276D05-1908-49A5-9377-5A83EDD3FB4C}" sibTransId="{737D9C88-8BD5-42BC-9A1D-742AF58909B4}"/>
    <dgm:cxn modelId="{42A65058-F14F-45EF-972B-C6BBCD8E384D}" type="presOf" srcId="{3C103F0C-9A89-437D-8D9C-6CEE1D28EC43}" destId="{201D955C-0888-4D92-A470-51C1568A53F1}" srcOrd="0" destOrd="0" presId="urn:microsoft.com/office/officeart/2018/2/layout/IconVerticalSolidList"/>
    <dgm:cxn modelId="{6BC6B5C8-BBE5-40A0-A3DD-307FA3E32D2A}" srcId="{2F18F556-C83F-455C-853E-E4B92E80082D}" destId="{398EA711-083F-4752-98BD-104F5E6D52BE}" srcOrd="1" destOrd="0" parTransId="{AFBCBA21-0ABF-48E2-8858-0EDB977343BC}" sibTransId="{D9864292-9549-443C-928B-D9715D47D72D}"/>
    <dgm:cxn modelId="{521A04E2-6EB7-4EA0-813C-3A27D38E2F5A}" type="presOf" srcId="{09BAB055-68B7-483D-802B-52324C45945B}" destId="{9580D439-D8C5-48C0-ACA8-7998DC54FBCC}" srcOrd="0" destOrd="0" presId="urn:microsoft.com/office/officeart/2018/2/layout/IconVerticalSolidList"/>
    <dgm:cxn modelId="{34DF9242-D6CE-4870-8475-49F327D7E026}" type="presParOf" srcId="{E3D40025-FBDD-433F-83A3-D7D9D1A700BC}" destId="{A4C9AF3E-06DB-4465-B591-D4295AA9252B}" srcOrd="0" destOrd="0" presId="urn:microsoft.com/office/officeart/2018/2/layout/IconVerticalSolidList"/>
    <dgm:cxn modelId="{A11FF500-2E1B-45C1-80D1-E05AC9871A43}" type="presParOf" srcId="{A4C9AF3E-06DB-4465-B591-D4295AA9252B}" destId="{619997F3-B263-4C81-A272-55AA46F02C59}" srcOrd="0" destOrd="0" presId="urn:microsoft.com/office/officeart/2018/2/layout/IconVerticalSolidList"/>
    <dgm:cxn modelId="{2887498E-58F5-494A-9C62-67C7176358EE}" type="presParOf" srcId="{A4C9AF3E-06DB-4465-B591-D4295AA9252B}" destId="{575A73C7-27A1-49F8-8F8D-D2AE49E11C19}" srcOrd="1" destOrd="0" presId="urn:microsoft.com/office/officeart/2018/2/layout/IconVerticalSolidList"/>
    <dgm:cxn modelId="{5A35D168-0FEA-4F6D-B595-E3F99C79FDB7}" type="presParOf" srcId="{A4C9AF3E-06DB-4465-B591-D4295AA9252B}" destId="{8F8778F7-DAAB-4DCA-ACD8-2B33082A9A7A}" srcOrd="2" destOrd="0" presId="urn:microsoft.com/office/officeart/2018/2/layout/IconVerticalSolidList"/>
    <dgm:cxn modelId="{F1C71555-EBC2-4CDC-86EB-85C264006649}" type="presParOf" srcId="{A4C9AF3E-06DB-4465-B591-D4295AA9252B}" destId="{201D955C-0888-4D92-A470-51C1568A53F1}" srcOrd="3" destOrd="0" presId="urn:microsoft.com/office/officeart/2018/2/layout/IconVerticalSolidList"/>
    <dgm:cxn modelId="{C29B61DE-106D-4692-A6BB-C0AAD78A2078}" type="presParOf" srcId="{E3D40025-FBDD-433F-83A3-D7D9D1A700BC}" destId="{3054DDA1-A86A-4CD6-A13B-6BC97B899675}" srcOrd="1" destOrd="0" presId="urn:microsoft.com/office/officeart/2018/2/layout/IconVerticalSolidList"/>
    <dgm:cxn modelId="{46E40565-CF2C-47D1-A0E0-CF3F53F86A30}" type="presParOf" srcId="{E3D40025-FBDD-433F-83A3-D7D9D1A700BC}" destId="{23FE2D11-C0B0-43C8-A71B-35987616AD0C}" srcOrd="2" destOrd="0" presId="urn:microsoft.com/office/officeart/2018/2/layout/IconVerticalSolidList"/>
    <dgm:cxn modelId="{460EADDC-7F5D-40C0-8CCF-56D6C9BC1D58}" type="presParOf" srcId="{23FE2D11-C0B0-43C8-A71B-35987616AD0C}" destId="{D192CB9E-FB5F-4501-9CF2-095664428512}" srcOrd="0" destOrd="0" presId="urn:microsoft.com/office/officeart/2018/2/layout/IconVerticalSolidList"/>
    <dgm:cxn modelId="{441179E1-2A0B-40B9-9F81-2ADB0B5D78B6}" type="presParOf" srcId="{23FE2D11-C0B0-43C8-A71B-35987616AD0C}" destId="{C0723C54-0C82-4346-87CD-FFBCCC751129}" srcOrd="1" destOrd="0" presId="urn:microsoft.com/office/officeart/2018/2/layout/IconVerticalSolidList"/>
    <dgm:cxn modelId="{5EBCDCE7-A5CE-43C2-B8A8-92137D685D91}" type="presParOf" srcId="{23FE2D11-C0B0-43C8-A71B-35987616AD0C}" destId="{9F066213-107D-4E48-AFDD-381599F87775}" srcOrd="2" destOrd="0" presId="urn:microsoft.com/office/officeart/2018/2/layout/IconVerticalSolidList"/>
    <dgm:cxn modelId="{AA8FCE36-1E79-446D-A45D-33C128C0D2D9}" type="presParOf" srcId="{23FE2D11-C0B0-43C8-A71B-35987616AD0C}" destId="{E6A8E5C5-64C6-4510-B148-BA96B18A6867}" srcOrd="3" destOrd="0" presId="urn:microsoft.com/office/officeart/2018/2/layout/IconVerticalSolidList"/>
    <dgm:cxn modelId="{427E8F7E-8846-4592-BE75-7B7B16733F7A}" type="presParOf" srcId="{E3D40025-FBDD-433F-83A3-D7D9D1A700BC}" destId="{6F9A4524-1690-4BA8-A14A-4978A7C330DA}" srcOrd="3" destOrd="0" presId="urn:microsoft.com/office/officeart/2018/2/layout/IconVerticalSolidList"/>
    <dgm:cxn modelId="{D6C7769B-0C65-48D6-B9FB-6857DC54F5F4}" type="presParOf" srcId="{E3D40025-FBDD-433F-83A3-D7D9D1A700BC}" destId="{C6551836-24CE-45AA-88AE-8A831E4729A6}" srcOrd="4" destOrd="0" presId="urn:microsoft.com/office/officeart/2018/2/layout/IconVerticalSolidList"/>
    <dgm:cxn modelId="{26D2B278-6CEC-4897-99DF-74DA6D5697E8}" type="presParOf" srcId="{C6551836-24CE-45AA-88AE-8A831E4729A6}" destId="{EFB14695-FE88-4696-B11D-DEFEB6BB1C46}" srcOrd="0" destOrd="0" presId="urn:microsoft.com/office/officeart/2018/2/layout/IconVerticalSolidList"/>
    <dgm:cxn modelId="{365AFCFD-4CC1-4AD4-97D1-DE69E39D4B71}" type="presParOf" srcId="{C6551836-24CE-45AA-88AE-8A831E4729A6}" destId="{50DD1E19-3725-4D30-9516-9D41278F20C9}" srcOrd="1" destOrd="0" presId="urn:microsoft.com/office/officeart/2018/2/layout/IconVerticalSolidList"/>
    <dgm:cxn modelId="{0EDCB6A7-A567-4C33-AFA8-493539879AF0}" type="presParOf" srcId="{C6551836-24CE-45AA-88AE-8A831E4729A6}" destId="{5FD16A6C-62E5-4AE5-9632-E472BEBE506A}" srcOrd="2" destOrd="0" presId="urn:microsoft.com/office/officeart/2018/2/layout/IconVerticalSolidList"/>
    <dgm:cxn modelId="{B59EBC28-C8F5-4FA6-9CA3-88C0011796E0}" type="presParOf" srcId="{C6551836-24CE-45AA-88AE-8A831E4729A6}" destId="{9580D439-D8C5-48C0-ACA8-7998DC54FB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EAE02C-5EC1-4107-8AED-017D109140D7}">
      <dsp:nvSpPr>
        <dsp:cNvPr id="0" name=""/>
        <dsp:cNvSpPr/>
      </dsp:nvSpPr>
      <dsp:spPr>
        <a:xfrm>
          <a:off x="0" y="644"/>
          <a:ext cx="6151562" cy="150730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BD30C0-ACA6-4D9F-AF5A-F0064BF43DD1}">
      <dsp:nvSpPr>
        <dsp:cNvPr id="0" name=""/>
        <dsp:cNvSpPr/>
      </dsp:nvSpPr>
      <dsp:spPr>
        <a:xfrm>
          <a:off x="455959" y="339787"/>
          <a:ext cx="829016" cy="8290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535B3-713E-4572-8906-9455B2E502D6}">
      <dsp:nvSpPr>
        <dsp:cNvPr id="0" name=""/>
        <dsp:cNvSpPr/>
      </dsp:nvSpPr>
      <dsp:spPr>
        <a:xfrm>
          <a:off x="1740935" y="644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The ELIOTGPT Smart AI Chatbot can bridge significant gaps which are currently there (functional and PROD support for the financial apps).</a:t>
          </a:r>
          <a:endParaRPr lang="en-US" sz="2000" kern="1200" dirty="0"/>
        </a:p>
      </dsp:txBody>
      <dsp:txXfrm>
        <a:off x="1740935" y="644"/>
        <a:ext cx="4410627" cy="1507303"/>
      </dsp:txXfrm>
    </dsp:sp>
    <dsp:sp modelId="{9DD2AF4B-C0D4-4D7E-B242-E30872269541}">
      <dsp:nvSpPr>
        <dsp:cNvPr id="0" name=""/>
        <dsp:cNvSpPr/>
      </dsp:nvSpPr>
      <dsp:spPr>
        <a:xfrm>
          <a:off x="0" y="1884773"/>
          <a:ext cx="6151562" cy="150730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75526-1332-4C72-804A-3B0DD27AA1A2}">
      <dsp:nvSpPr>
        <dsp:cNvPr id="0" name=""/>
        <dsp:cNvSpPr/>
      </dsp:nvSpPr>
      <dsp:spPr>
        <a:xfrm>
          <a:off x="455959" y="2223916"/>
          <a:ext cx="829016" cy="8290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0AD5C-ECA9-4E4B-8993-EB8962B851E5}">
      <dsp:nvSpPr>
        <dsp:cNvPr id="0" name=""/>
        <dsp:cNvSpPr/>
      </dsp:nvSpPr>
      <dsp:spPr>
        <a:xfrm>
          <a:off x="1740935" y="1884773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Real-Time Functional/PROD Support</a:t>
          </a:r>
          <a:endParaRPr lang="en-US" sz="2000" kern="1200" dirty="0"/>
        </a:p>
      </dsp:txBody>
      <dsp:txXfrm>
        <a:off x="1740935" y="1884773"/>
        <a:ext cx="4410627" cy="1507303"/>
      </dsp:txXfrm>
    </dsp:sp>
    <dsp:sp modelId="{89BEBDB6-BAC3-4518-BA17-70F8E6E31D7F}">
      <dsp:nvSpPr>
        <dsp:cNvPr id="0" name=""/>
        <dsp:cNvSpPr/>
      </dsp:nvSpPr>
      <dsp:spPr>
        <a:xfrm>
          <a:off x="0" y="3768902"/>
          <a:ext cx="6151562" cy="150730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10BD5-2172-4E31-BCB0-5E1B3E226130}">
      <dsp:nvSpPr>
        <dsp:cNvPr id="0" name=""/>
        <dsp:cNvSpPr/>
      </dsp:nvSpPr>
      <dsp:spPr>
        <a:xfrm>
          <a:off x="455959" y="4108045"/>
          <a:ext cx="829016" cy="8290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2F06C8-8CF3-4080-9A84-9DE08F164E84}">
      <dsp:nvSpPr>
        <dsp:cNvPr id="0" name=""/>
        <dsp:cNvSpPr/>
      </dsp:nvSpPr>
      <dsp:spPr>
        <a:xfrm>
          <a:off x="1740935" y="3768902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Streamlined Functional/PROD Support Queries</a:t>
          </a:r>
          <a:endParaRPr lang="en-US" sz="2000" kern="1200" dirty="0"/>
        </a:p>
      </dsp:txBody>
      <dsp:txXfrm>
        <a:off x="1740935" y="3768902"/>
        <a:ext cx="4410627" cy="1507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9D439A-D7DB-DB4D-ABA3-74EB732298B5}">
      <dsp:nvSpPr>
        <dsp:cNvPr id="0" name=""/>
        <dsp:cNvSpPr/>
      </dsp:nvSpPr>
      <dsp:spPr>
        <a:xfrm>
          <a:off x="1306750" y="353"/>
          <a:ext cx="2390030" cy="14340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Enhanced Relevance</a:t>
          </a:r>
          <a:r>
            <a:rPr lang="en-US" sz="1800" kern="1200"/>
            <a:t>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Incorporates external knowledge for more contextually relevant responses.</a:t>
          </a:r>
        </a:p>
      </dsp:txBody>
      <dsp:txXfrm>
        <a:off x="1306750" y="353"/>
        <a:ext cx="2390030" cy="1434018"/>
      </dsp:txXfrm>
    </dsp:sp>
    <dsp:sp modelId="{0C94C4B7-A81B-4644-8B17-5DACF81DCCE1}">
      <dsp:nvSpPr>
        <dsp:cNvPr id="0" name=""/>
        <dsp:cNvSpPr/>
      </dsp:nvSpPr>
      <dsp:spPr>
        <a:xfrm>
          <a:off x="3935784" y="353"/>
          <a:ext cx="2390030" cy="14340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Efficient Retrieval</a:t>
          </a:r>
          <a:r>
            <a:rPr lang="en-US" sz="1800" kern="1200"/>
            <a:t>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Leverages existing knowledge bases, reducing the need for large labeled datasets.</a:t>
          </a:r>
        </a:p>
      </dsp:txBody>
      <dsp:txXfrm>
        <a:off x="3935784" y="353"/>
        <a:ext cx="2390030" cy="1434018"/>
      </dsp:txXfrm>
    </dsp:sp>
    <dsp:sp modelId="{C39B7F04-0151-5543-9381-337CC2818ED2}">
      <dsp:nvSpPr>
        <dsp:cNvPr id="0" name=""/>
        <dsp:cNvSpPr/>
      </dsp:nvSpPr>
      <dsp:spPr>
        <a:xfrm>
          <a:off x="6564818" y="353"/>
          <a:ext cx="2390030" cy="143401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Dynamic Updates</a:t>
          </a:r>
          <a:r>
            <a:rPr lang="en-US" sz="1800" kern="1200"/>
            <a:t>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Allows for real-time or periodic updates to maintain current information.</a:t>
          </a:r>
        </a:p>
      </dsp:txBody>
      <dsp:txXfrm>
        <a:off x="6564818" y="353"/>
        <a:ext cx="2390030" cy="1434018"/>
      </dsp:txXfrm>
    </dsp:sp>
    <dsp:sp modelId="{6B610FFE-F99D-F54F-85E4-016959113C90}">
      <dsp:nvSpPr>
        <dsp:cNvPr id="0" name=""/>
        <dsp:cNvSpPr/>
      </dsp:nvSpPr>
      <dsp:spPr>
        <a:xfrm>
          <a:off x="1306750" y="1673375"/>
          <a:ext cx="2390030" cy="14340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Cost Effective</a:t>
          </a:r>
          <a:endParaRPr lang="en-US" sz="1800" kern="1200"/>
        </a:p>
      </dsp:txBody>
      <dsp:txXfrm>
        <a:off x="1306750" y="1673375"/>
        <a:ext cx="2390030" cy="1434018"/>
      </dsp:txXfrm>
    </dsp:sp>
    <dsp:sp modelId="{E55FB109-E1BF-6D4D-ABE0-B2999B13F24B}">
      <dsp:nvSpPr>
        <dsp:cNvPr id="0" name=""/>
        <dsp:cNvSpPr/>
      </dsp:nvSpPr>
      <dsp:spPr>
        <a:xfrm>
          <a:off x="3935784" y="1673375"/>
          <a:ext cx="2390030" cy="143401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Scalability</a:t>
          </a:r>
          <a:endParaRPr lang="en-US" sz="1800" kern="1200"/>
        </a:p>
      </dsp:txBody>
      <dsp:txXfrm>
        <a:off x="3935784" y="1673375"/>
        <a:ext cx="2390030" cy="1434018"/>
      </dsp:txXfrm>
    </dsp:sp>
    <dsp:sp modelId="{D6A4EDC2-49EE-DB49-86D0-5D2DDF3DD398}">
      <dsp:nvSpPr>
        <dsp:cNvPr id="0" name=""/>
        <dsp:cNvSpPr/>
      </dsp:nvSpPr>
      <dsp:spPr>
        <a:xfrm>
          <a:off x="6564818" y="1673375"/>
          <a:ext cx="2390030" cy="14340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Availability </a:t>
          </a:r>
          <a:endParaRPr lang="en-US" sz="1800" kern="1200"/>
        </a:p>
      </dsp:txBody>
      <dsp:txXfrm>
        <a:off x="6564818" y="1673375"/>
        <a:ext cx="2390030" cy="14340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997F3-B263-4C81-A272-55AA46F02C59}">
      <dsp:nvSpPr>
        <dsp:cNvPr id="0" name=""/>
        <dsp:cNvSpPr/>
      </dsp:nvSpPr>
      <dsp:spPr>
        <a:xfrm>
          <a:off x="0" y="644"/>
          <a:ext cx="615156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A73C7-27A1-49F8-8F8D-D2AE49E11C19}">
      <dsp:nvSpPr>
        <dsp:cNvPr id="0" name=""/>
        <dsp:cNvSpPr/>
      </dsp:nvSpPr>
      <dsp:spPr>
        <a:xfrm>
          <a:off x="455959" y="339787"/>
          <a:ext cx="829016" cy="8290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D955C-0888-4D92-A470-51C1568A53F1}">
      <dsp:nvSpPr>
        <dsp:cNvPr id="0" name=""/>
        <dsp:cNvSpPr/>
      </dsp:nvSpPr>
      <dsp:spPr>
        <a:xfrm>
          <a:off x="1740935" y="644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Extend this solution to ELIOT app  with the actual functional/technical data</a:t>
          </a:r>
          <a:endParaRPr lang="en-US" sz="2500" kern="1200" dirty="0"/>
        </a:p>
      </dsp:txBody>
      <dsp:txXfrm>
        <a:off x="1740935" y="644"/>
        <a:ext cx="4410627" cy="1507303"/>
      </dsp:txXfrm>
    </dsp:sp>
    <dsp:sp modelId="{D192CB9E-FB5F-4501-9CF2-095664428512}">
      <dsp:nvSpPr>
        <dsp:cNvPr id="0" name=""/>
        <dsp:cNvSpPr/>
      </dsp:nvSpPr>
      <dsp:spPr>
        <a:xfrm>
          <a:off x="0" y="1966197"/>
          <a:ext cx="615156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723C54-0C82-4346-87CD-FFBCCC751129}">
      <dsp:nvSpPr>
        <dsp:cNvPr id="0" name=""/>
        <dsp:cNvSpPr/>
      </dsp:nvSpPr>
      <dsp:spPr>
        <a:xfrm>
          <a:off x="455959" y="2223916"/>
          <a:ext cx="829016" cy="8290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8E5C5-64C6-4510-B148-BA96B18A6867}">
      <dsp:nvSpPr>
        <dsp:cNvPr id="0" name=""/>
        <dsp:cNvSpPr/>
      </dsp:nvSpPr>
      <dsp:spPr>
        <a:xfrm>
          <a:off x="1740935" y="1884773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Extend to Trade  (booking ) related /other functionalities.</a:t>
          </a:r>
        </a:p>
      </dsp:txBody>
      <dsp:txXfrm>
        <a:off x="1740935" y="1884773"/>
        <a:ext cx="4410627" cy="1507303"/>
      </dsp:txXfrm>
    </dsp:sp>
    <dsp:sp modelId="{EFB14695-FE88-4696-B11D-DEFEB6BB1C46}">
      <dsp:nvSpPr>
        <dsp:cNvPr id="0" name=""/>
        <dsp:cNvSpPr/>
      </dsp:nvSpPr>
      <dsp:spPr>
        <a:xfrm>
          <a:off x="0" y="3768902"/>
          <a:ext cx="6151562" cy="15073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D1E19-3725-4D30-9516-9D41278F20C9}">
      <dsp:nvSpPr>
        <dsp:cNvPr id="0" name=""/>
        <dsp:cNvSpPr/>
      </dsp:nvSpPr>
      <dsp:spPr>
        <a:xfrm>
          <a:off x="455959" y="4108045"/>
          <a:ext cx="829016" cy="8290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0D439-D8C5-48C0-ACA8-7998DC54FBCC}">
      <dsp:nvSpPr>
        <dsp:cNvPr id="0" name=""/>
        <dsp:cNvSpPr/>
      </dsp:nvSpPr>
      <dsp:spPr>
        <a:xfrm>
          <a:off x="1740935" y="3768902"/>
          <a:ext cx="4410627" cy="15073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523" tIns="159523" rIns="159523" bIns="15952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Extent Information sources to different formats and Realtime Data feeding</a:t>
          </a:r>
          <a:endParaRPr lang="en-US" sz="2500" kern="1200" dirty="0"/>
        </a:p>
      </dsp:txBody>
      <dsp:txXfrm>
        <a:off x="1740935" y="3768902"/>
        <a:ext cx="4410627" cy="15073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9080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757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1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084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1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751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1417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399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953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402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615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616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034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body" idx="1"/>
          </p:nvPr>
        </p:nvSpPr>
        <p:spPr>
          <a:xfrm>
            <a:off x="5809284" y="1506893"/>
            <a:ext cx="5216136" cy="384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AutoNum type="arabicPeriod"/>
              <a:defRPr b="1"/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0861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6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666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2">
  <p:cSld name="Standard 2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8"/>
          <p:cNvSpPr txBox="1">
            <a:spLocks noGrp="1"/>
          </p:cNvSpPr>
          <p:nvPr>
            <p:ph type="title"/>
          </p:nvPr>
        </p:nvSpPr>
        <p:spPr>
          <a:xfrm>
            <a:off x="838199" y="405446"/>
            <a:ext cx="10293015" cy="538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838404" y="1212987"/>
            <a:ext cx="10293016" cy="462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 sz="1800">
                <a:solidFill>
                  <a:schemeClr val="dk2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−"/>
              <a:defRPr sz="1600">
                <a:solidFill>
                  <a:schemeClr val="dk2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▪"/>
              <a:defRPr sz="1400">
                <a:solidFill>
                  <a:schemeClr val="dk2"/>
                </a:solidFill>
              </a:defRPr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>
                <a:solidFill>
                  <a:schemeClr val="dk2"/>
                </a:solidFill>
              </a:defRPr>
            </a:lvl4pPr>
            <a:lvl5pPr marL="2286000" lvl="4" indent="-28193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40"/>
              <a:buChar char="▪"/>
              <a:defRPr sz="1200">
                <a:solidFill>
                  <a:schemeClr val="dk2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2517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6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1AB3D9-F6E8-70F4-7C78-D619780CC0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108" r="70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ECB684-ED68-2917-3F28-4CD350FA994A}"/>
              </a:ext>
            </a:extLst>
          </p:cNvPr>
          <p:cNvSpPr txBox="1"/>
          <p:nvPr/>
        </p:nvSpPr>
        <p:spPr>
          <a:xfrm>
            <a:off x="1600200" y="2386744"/>
            <a:ext cx="8991600" cy="1645920"/>
          </a:xfrm>
          <a:prstGeom prst="rect">
            <a:avLst/>
          </a:prstGeom>
          <a:noFill/>
          <a:ln w="38100" cap="sq">
            <a:solidFill>
              <a:schemeClr val="tx1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cap="all" spc="200" dirty="0" err="1">
                <a:latin typeface="+mj-lt"/>
                <a:ea typeface="+mj-ea"/>
                <a:cs typeface="+mj-cs"/>
              </a:rPr>
              <a:t>EliotGPT</a:t>
            </a:r>
            <a:r>
              <a:rPr lang="en-US" sz="3800" cap="all" spc="200" dirty="0">
                <a:latin typeface="+mj-lt"/>
                <a:ea typeface="+mj-ea"/>
                <a:cs typeface="+mj-cs"/>
              </a:rPr>
              <a:t> Smart AI bot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07383-5596-49DE-D29D-536FE7F7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 kern="1200" cap="all" spc="20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EDCC8-334D-7374-060E-E2536C330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1695" y="1402080"/>
            <a:ext cx="5320696" cy="40538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28600" indent="0">
              <a:buNone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Lack of functional knowledge in many teams on critical financial apps and difficulty in addressing queries on the application for PROD Support.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094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bot with a face">
            <a:extLst>
              <a:ext uri="{FF2B5EF4-FFF2-40B4-BE49-F238E27FC236}">
                <a16:creationId xmlns:a16="http://schemas.microsoft.com/office/drawing/2014/main" id="{FD45351E-1528-1D87-604C-35484A730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77" r="1" b="1"/>
          <a:stretch/>
        </p:blipFill>
        <p:spPr>
          <a:xfrm>
            <a:off x="642" y="-18779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AB97EE-90A5-D24B-8A8F-33805DEF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841505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bg1"/>
                </a:solidFill>
              </a:rPr>
              <a:t>Market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4176E-B376-6437-26B6-AB03B3A93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3941" y="976129"/>
            <a:ext cx="4804931" cy="49198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Retrieval Augmented Generation (RAG) technique in AI is widely used solution by many organization to build Smart AI Chatbots for their custom data.</a:t>
            </a:r>
          </a:p>
        </p:txBody>
      </p:sp>
    </p:spTree>
    <p:extLst>
      <p:ext uri="{BB962C8B-B14F-4D97-AF65-F5344CB8AC3E}">
        <p14:creationId xmlns:p14="http://schemas.microsoft.com/office/powerpoint/2010/main" val="2863696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Wood human figure">
            <a:extLst>
              <a:ext uri="{FF2B5EF4-FFF2-40B4-BE49-F238E27FC236}">
                <a16:creationId xmlns:a16="http://schemas.microsoft.com/office/drawing/2014/main" id="{C632D5F6-D18D-E386-EE54-F6E2C1256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00" b="-1"/>
          <a:stretch/>
        </p:blipFill>
        <p:spPr>
          <a:xfrm>
            <a:off x="4650909" y="10"/>
            <a:ext cx="754109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6C232-87E9-7334-15EF-DF5738C6F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>
                <a:solidFill>
                  <a:schemeClr val="bg1"/>
                </a:solidFill>
              </a:rPr>
              <a:t>Unique Selling Point(USP)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4809E-6FED-1409-0C57-9F47C49F7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8" y="2638044"/>
            <a:ext cx="3363974" cy="341562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24/7 Accessibility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Real-time Functional Support/Technical Support</a:t>
            </a:r>
          </a:p>
          <a:p>
            <a:pPr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Time-Saving for PROD Support Staff and Others</a:t>
            </a:r>
          </a:p>
        </p:txBody>
      </p:sp>
    </p:spTree>
    <p:extLst>
      <p:ext uri="{BB962C8B-B14F-4D97-AF65-F5344CB8AC3E}">
        <p14:creationId xmlns:p14="http://schemas.microsoft.com/office/powerpoint/2010/main" val="3297327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23A2BD-F98A-8FB0-F020-70EE8A28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>
                <a:solidFill>
                  <a:srgbClr val="262626"/>
                </a:solidFill>
              </a:rPr>
              <a:t>How it fills the gap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6749DD3D-BCC6-D88A-DED2-2EDCF1A12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8685231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625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F47E20B-1205-4238-A82B-90EF577F3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3567AC-EB9A-47A9-B6EC-B5BDB73B1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DF532-77D1-6B85-5384-3F82EF59D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820010"/>
            <a:ext cx="3415288" cy="3212654"/>
          </a:xfrm>
          <a:prstGeom prst="flowChartDocument">
            <a:avLst/>
          </a:prstGeom>
          <a:noFill/>
          <a:ln>
            <a:solidFill>
              <a:schemeClr val="bg1"/>
            </a:solidFill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700" dirty="0">
                <a:solidFill>
                  <a:schemeClr val="bg1"/>
                </a:solidFill>
              </a:rPr>
              <a:t>AWS Architecture</a:t>
            </a:r>
          </a:p>
        </p:txBody>
      </p:sp>
      <p:pic>
        <p:nvPicPr>
          <p:cNvPr id="5" name="Picture 4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DB43A2BB-45AB-2B84-EAB8-F38EACF17E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46" r="9091" b="3584"/>
          <a:stretch/>
        </p:blipFill>
        <p:spPr>
          <a:xfrm>
            <a:off x="4674719" y="1039660"/>
            <a:ext cx="6873813" cy="47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1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"/>
          <p:cNvSpPr txBox="1">
            <a:spLocks noGrp="1"/>
          </p:cNvSpPr>
          <p:nvPr>
            <p:ph type="title"/>
          </p:nvPr>
        </p:nvSpPr>
        <p:spPr>
          <a:xfrm>
            <a:off x="834511" y="2286000"/>
            <a:ext cx="2286000" cy="2286000"/>
          </a:xfrm>
          <a:prstGeom prst="flowChartDocument">
            <a:avLst/>
          </a:prstGeom>
          <a:solidFill>
            <a:schemeClr val="accent2"/>
          </a:solidFill>
          <a:ln>
            <a:noFill/>
          </a:ln>
        </p:spPr>
        <p:txBody>
          <a:bodyPr spcFirstLastPara="1" vert="horz" lIns="182880" tIns="182880" rIns="182880" bIns="182880" rtlCol="0" anchor="ctr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</a:rPr>
              <a:t>RAG Architecture</a:t>
            </a:r>
            <a:br>
              <a:rPr lang="en-US" sz="1700">
                <a:solidFill>
                  <a:srgbClr val="FFFFFF"/>
                </a:solidFill>
              </a:rPr>
            </a:br>
            <a:endParaRPr lang="en-US" sz="1700">
              <a:solidFill>
                <a:srgbClr val="FFFFFF"/>
              </a:solidFill>
            </a:endParaRPr>
          </a:p>
        </p:txBody>
      </p:sp>
      <p:sp>
        <p:nvSpPr>
          <p:cNvPr id="334" name="Flowchart: Document 333">
            <a:extLst>
              <a:ext uri="{FF2B5EF4-FFF2-40B4-BE49-F238E27FC236}">
                <a16:creationId xmlns:a16="http://schemas.microsoft.com/office/drawing/2014/main" id="{1E14715B-2E40-4760-AE23-026845A30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19" y="2121408"/>
            <a:ext cx="2615184" cy="2615184"/>
          </a:xfrm>
          <a:prstGeom prst="flowChartDocument">
            <a:avLst/>
          </a:prstGeom>
          <a:noFill/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45D08429-4C7A-4C37-848C-C1613E31D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8017" y="640080"/>
            <a:ext cx="7662672" cy="526313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DD8F4B2B-96EA-4C0F-84D3-5728F7CF0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7181" y="802767"/>
            <a:ext cx="7324344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98EDBB-2820-4C8D-AEA7-69912C527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406" y="1262878"/>
            <a:ext cx="6695895" cy="401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3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7DCC6-9E40-C6B5-0382-7C878324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B9D4-A288-59A7-411A-613ECBEAC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489554"/>
            <a:ext cx="8991600" cy="1279910"/>
          </a:xfrm>
          <a:noFill/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rgbClr val="FFFFFF"/>
                </a:solidFill>
              </a:rPr>
              <a:t>Tech stack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D63AA-8908-D58E-10B1-753F2D20A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91" y="4427921"/>
            <a:ext cx="11897888" cy="22860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662C98-3E79-A30C-C684-FA6D04BF6E62}"/>
              </a:ext>
            </a:extLst>
          </p:cNvPr>
          <p:cNvSpPr txBox="1"/>
          <p:nvPr/>
        </p:nvSpPr>
        <p:spPr>
          <a:xfrm>
            <a:off x="325677" y="575200"/>
            <a:ext cx="1129847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Python </a:t>
            </a:r>
          </a:p>
          <a:p>
            <a:r>
              <a:rPr lang="en-GB" sz="3200" dirty="0" err="1"/>
              <a:t>LangChain</a:t>
            </a:r>
            <a:endParaRPr lang="en-GB" sz="3200" dirty="0"/>
          </a:p>
          <a:p>
            <a:r>
              <a:rPr lang="en-GB" sz="3200" dirty="0"/>
              <a:t>RAG framework</a:t>
            </a:r>
          </a:p>
          <a:p>
            <a:r>
              <a:rPr lang="en-GB" sz="3200" dirty="0"/>
              <a:t>Google Gemini (LLM)</a:t>
            </a:r>
          </a:p>
          <a:p>
            <a:r>
              <a:rPr lang="en-GB" sz="3200" dirty="0"/>
              <a:t>FAISS Vector Database</a:t>
            </a:r>
          </a:p>
          <a:p>
            <a:r>
              <a:rPr lang="en-GB" sz="3200" dirty="0"/>
              <a:t>AWS Cloud (IAM, S3, CloudWatch, EC2)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2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</p:spPr>
        <p:txBody>
          <a:bodyPr spcFirstLastPara="1" vert="horz" lIns="182880" tIns="182880" rIns="182880" bIns="182880" rtlCol="0" anchor="ctr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rgbClr val="262626"/>
                </a:solidFill>
              </a:rPr>
              <a:t>Benefits of our solution(AI, RAG and AWS Cloud)</a:t>
            </a:r>
            <a:endParaRPr lang="en-US" sz="2800" b="0" dirty="0">
              <a:solidFill>
                <a:srgbClr val="262626"/>
              </a:solidFill>
            </a:endParaRPr>
          </a:p>
          <a:p>
            <a:pPr marL="0" lvl="0" indent="0" algn="ctr">
              <a:spcBef>
                <a:spcPct val="0"/>
              </a:spcBef>
              <a:spcAft>
                <a:spcPts val="0"/>
              </a:spcAft>
              <a:buSzPts val="3200"/>
            </a:pPr>
            <a:endParaRPr lang="en-US" sz="2800" dirty="0">
              <a:solidFill>
                <a:srgbClr val="262626"/>
              </a:solidFill>
            </a:endParaRPr>
          </a:p>
        </p:txBody>
      </p:sp>
      <p:graphicFrame>
        <p:nvGraphicFramePr>
          <p:cNvPr id="332" name="Google Shape;330;p5">
            <a:extLst>
              <a:ext uri="{FF2B5EF4-FFF2-40B4-BE49-F238E27FC236}">
                <a16:creationId xmlns:a16="http://schemas.microsoft.com/office/drawing/2014/main" id="{9AAFFD9B-5D4C-683E-AA30-0F84DF3F28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8347568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618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66FF9-A729-45F0-A163-10E89E87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5863A-50C6-F8EA-39EB-5655D7D5D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rgbClr val="262626"/>
                </a:solidFill>
              </a:rPr>
              <a:t>Future Scope</a:t>
            </a: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04366F-2366-4688-98E7-B101C7BC6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A1B90-2DB9-F36F-D4F7-7FAAED76E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2" y="0"/>
            <a:ext cx="11983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6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077A7-B471-7CE2-12AB-A1465115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CA8C-CF2B-2F83-6E72-1A581E27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rgbClr val="262626"/>
                </a:solidFill>
              </a:rPr>
              <a:t>Future Scope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F4503E0-BBD0-E36D-63EA-FBC58CE0E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896762"/>
              </p:ext>
            </p:extLst>
          </p:nvPr>
        </p:nvGraphicFramePr>
        <p:xfrm>
          <a:off x="5397500" y="639763"/>
          <a:ext cx="6151563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060880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2753</TotalTime>
  <Words>243</Words>
  <Application>Microsoft Office PowerPoint</Application>
  <PresentationFormat>Widescreen</PresentationFormat>
  <Paragraphs>38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Gill Sans MT</vt:lpstr>
      <vt:lpstr>Noto Sans Symbols</vt:lpstr>
      <vt:lpstr>Arial</vt:lpstr>
      <vt:lpstr>Calibri</vt:lpstr>
      <vt:lpstr>Parcel</vt:lpstr>
      <vt:lpstr>PowerPoint Presentation</vt:lpstr>
      <vt:lpstr>Problem statement</vt:lpstr>
      <vt:lpstr>Market survey</vt:lpstr>
      <vt:lpstr>Unique Selling Point(USP)</vt:lpstr>
      <vt:lpstr>How it fills the gap</vt:lpstr>
      <vt:lpstr>AWS Architecture</vt:lpstr>
      <vt:lpstr>RAG Architecture </vt:lpstr>
      <vt:lpstr>Tech stack</vt:lpstr>
      <vt:lpstr>Benefits of our solution(AI, RAG and AWS Cloud) </vt:lpstr>
      <vt:lpstr>Future Scope</vt:lpstr>
      <vt:lpstr>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Clustering Algorithms in ML</dc:title>
  <dc:creator>Trang Dao Thi Thuy</dc:creator>
  <cp:lastModifiedBy>Appalanaidu Setti</cp:lastModifiedBy>
  <cp:revision>49</cp:revision>
  <dcterms:created xsi:type="dcterms:W3CDTF">2023-03-03T06:28:41Z</dcterms:created>
  <dcterms:modified xsi:type="dcterms:W3CDTF">2024-11-26T12:47:48Z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0x01010045E8092713309944A1F9603CB8ADE278</vt:lpwstr>
  </property>
  <property fmtid="{D5CDD505-2E9C-101B-9397-08002B2CF9AE}" pid="3" name="Order">
    <vt:r8>2154200</vt:r8>
  </property>
  <property fmtid="{D5CDD505-2E9C-101B-9397-08002B2CF9AE}" pid="4" name="ComplianceAssetId">
    <vt:lpwstr/>
  </property>
  <property fmtid="{D5CDD505-2E9C-101B-9397-08002B2CF9AE}" pid="5" name="MediaServiceImageTags">
    <vt:lpwstr/>
  </property>
</Properties>
</file>